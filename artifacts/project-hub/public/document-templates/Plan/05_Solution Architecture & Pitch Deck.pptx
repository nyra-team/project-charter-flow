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</p:sldIdLst>
  <p:sldSz cx="18288000" cy="10287000"/>
  <p:notesSz cx="6858000" cy="9144000"/>
  <p:embeddedFontLst>
    <p:embeddedFont>
      <p:font typeface="Avenir" panose="020B0604020202020204" charset="0"/>
      <p:regular r:id="rId6"/>
    </p:embeddedFont>
    <p:embeddedFont>
      <p:font typeface="Avenir Bold" panose="020B0604020202020204" charset="0"/>
      <p:regular r:id="rId7"/>
    </p:embeddedFont>
    <p:embeddedFont>
      <p:font typeface="Canva Sans 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399236-715C-7A2A-6216-8FCB60CA3B67}" v="133" dt="2026-03-15T17:18:51.2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ram Gogineni" userId="S::sreeram.gogineni@granulesindia.com::7f524e41-9b42-4e9e-82ba-2edb5bd392df" providerId="AD" clId="Web-{12399236-715C-7A2A-6216-8FCB60CA3B67}"/>
    <pc:docChg chg="modSld">
      <pc:chgData name="Sreeram Gogineni" userId="S::sreeram.gogineni@granulesindia.com::7f524e41-9b42-4e9e-82ba-2edb5bd392df" providerId="AD" clId="Web-{12399236-715C-7A2A-6216-8FCB60CA3B67}" dt="2026-03-15T17:18:51.235" v="108" actId="14100"/>
      <pc:docMkLst>
        <pc:docMk/>
      </pc:docMkLst>
      <pc:sldChg chg="addSp delSp modSp">
        <pc:chgData name="Sreeram Gogineni" userId="S::sreeram.gogineni@granulesindia.com::7f524e41-9b42-4e9e-82ba-2edb5bd392df" providerId="AD" clId="Web-{12399236-715C-7A2A-6216-8FCB60CA3B67}" dt="2026-03-15T17:18:51.235" v="108" actId="14100"/>
        <pc:sldMkLst>
          <pc:docMk/>
          <pc:sldMk cId="0" sldId="256"/>
        </pc:sldMkLst>
        <pc:spChg chg="topLvl">
          <ac:chgData name="Sreeram Gogineni" userId="S::sreeram.gogineni@granulesindia.com::7f524e41-9b42-4e9e-82ba-2edb5bd392df" providerId="AD" clId="Web-{12399236-715C-7A2A-6216-8FCB60CA3B67}" dt="2026-03-15T17:06:09.666" v="33"/>
          <ac:spMkLst>
            <pc:docMk/>
            <pc:sldMk cId="0" sldId="256"/>
            <ac:spMk id="3" creationId="{00000000-0000-0000-0000-000000000000}"/>
          </ac:spMkLst>
        </pc:spChg>
        <pc:spChg chg="topLvl">
          <ac:chgData name="Sreeram Gogineni" userId="S::sreeram.gogineni@granulesindia.com::7f524e41-9b42-4e9e-82ba-2edb5bd392df" providerId="AD" clId="Web-{12399236-715C-7A2A-6216-8FCB60CA3B67}" dt="2026-03-15T17:06:09.151" v="24"/>
          <ac:spMkLst>
            <pc:docMk/>
            <pc:sldMk cId="0" sldId="256"/>
            <ac:spMk id="6" creationId="{00000000-0000-0000-0000-000000000000}"/>
          </ac:spMkLst>
        </pc:spChg>
        <pc:spChg chg="topLvl">
          <ac:chgData name="Sreeram Gogineni" userId="S::sreeram.gogineni@granulesindia.com::7f524e41-9b42-4e9e-82ba-2edb5bd392df" providerId="AD" clId="Web-{12399236-715C-7A2A-6216-8FCB60CA3B67}" dt="2026-03-15T17:06:09.229" v="25"/>
          <ac:spMkLst>
            <pc:docMk/>
            <pc:sldMk cId="0" sldId="256"/>
            <ac:spMk id="8" creationId="{00000000-0000-0000-0000-000000000000}"/>
          </ac:spMkLst>
        </pc:spChg>
        <pc:spChg chg="topLvl">
          <ac:chgData name="Sreeram Gogineni" userId="S::sreeram.gogineni@granulesindia.com::7f524e41-9b42-4e9e-82ba-2edb5bd392df" providerId="AD" clId="Web-{12399236-715C-7A2A-6216-8FCB60CA3B67}" dt="2026-03-15T17:06:09.229" v="25"/>
          <ac:spMkLst>
            <pc:docMk/>
            <pc:sldMk cId="0" sldId="256"/>
            <ac:spMk id="9" creationId="{00000000-0000-0000-0000-000000000000}"/>
          </ac:spMkLst>
        </pc:spChg>
        <pc:spChg chg="topLvl">
          <ac:chgData name="Sreeram Gogineni" userId="S::sreeram.gogineni@granulesindia.com::7f524e41-9b42-4e9e-82ba-2edb5bd392df" providerId="AD" clId="Web-{12399236-715C-7A2A-6216-8FCB60CA3B67}" dt="2026-03-15T17:06:08.979" v="20"/>
          <ac:spMkLst>
            <pc:docMk/>
            <pc:sldMk cId="0" sldId="256"/>
            <ac:spMk id="11" creationId="{00000000-0000-0000-0000-000000000000}"/>
          </ac:spMkLst>
        </pc:spChg>
        <pc:spChg chg="topLvl">
          <ac:chgData name="Sreeram Gogineni" userId="S::sreeram.gogineni@granulesindia.com::7f524e41-9b42-4e9e-82ba-2edb5bd392df" providerId="AD" clId="Web-{12399236-715C-7A2A-6216-8FCB60CA3B67}" dt="2026-03-15T17:06:09.057" v="21"/>
          <ac:spMkLst>
            <pc:docMk/>
            <pc:sldMk cId="0" sldId="256"/>
            <ac:spMk id="13" creationId="{00000000-0000-0000-0000-000000000000}"/>
          </ac:spMkLst>
        </pc:spChg>
        <pc:spChg chg="topLvl">
          <ac:chgData name="Sreeram Gogineni" userId="S::sreeram.gogineni@granulesindia.com::7f524e41-9b42-4e9e-82ba-2edb5bd392df" providerId="AD" clId="Web-{12399236-715C-7A2A-6216-8FCB60CA3B67}" dt="2026-03-15T17:06:09.057" v="21"/>
          <ac:spMkLst>
            <pc:docMk/>
            <pc:sldMk cId="0" sldId="256"/>
            <ac:spMk id="14" creationId="{00000000-0000-0000-0000-000000000000}"/>
          </ac:spMkLst>
        </pc:spChg>
        <pc:spChg chg="topLvl">
          <ac:chgData name="Sreeram Gogineni" userId="S::sreeram.gogineni@granulesindia.com::7f524e41-9b42-4e9e-82ba-2edb5bd392df" providerId="AD" clId="Web-{12399236-715C-7A2A-6216-8FCB60CA3B67}" dt="2026-03-15T17:06:09.338" v="26"/>
          <ac:spMkLst>
            <pc:docMk/>
            <pc:sldMk cId="0" sldId="256"/>
            <ac:spMk id="16" creationId="{00000000-0000-0000-0000-000000000000}"/>
          </ac:spMkLst>
        </pc:spChg>
        <pc:spChg chg="topLvl">
          <ac:chgData name="Sreeram Gogineni" userId="S::sreeram.gogineni@granulesindia.com::7f524e41-9b42-4e9e-82ba-2edb5bd392df" providerId="AD" clId="Web-{12399236-715C-7A2A-6216-8FCB60CA3B67}" dt="2026-03-15T17:06:09.338" v="26"/>
          <ac:spMkLst>
            <pc:docMk/>
            <pc:sldMk cId="0" sldId="256"/>
            <ac:spMk id="17" creationId="{00000000-0000-0000-0000-000000000000}"/>
          </ac:spMkLst>
        </pc:spChg>
        <pc:spChg chg="topLvl">
          <ac:chgData name="Sreeram Gogineni" userId="S::sreeram.gogineni@granulesindia.com::7f524e41-9b42-4e9e-82ba-2edb5bd392df" providerId="AD" clId="Web-{12399236-715C-7A2A-6216-8FCB60CA3B67}" dt="2026-03-15T17:06:09.338" v="26"/>
          <ac:spMkLst>
            <pc:docMk/>
            <pc:sldMk cId="0" sldId="256"/>
            <ac:spMk id="18" creationId="{00000000-0000-0000-0000-000000000000}"/>
          </ac:spMkLst>
        </pc:spChg>
        <pc:spChg chg="topLvl">
          <ac:chgData name="Sreeram Gogineni" userId="S::sreeram.gogineni@granulesindia.com::7f524e41-9b42-4e9e-82ba-2edb5bd392df" providerId="AD" clId="Web-{12399236-715C-7A2A-6216-8FCB60CA3B67}" dt="2026-03-15T17:06:09.370" v="27"/>
          <ac:spMkLst>
            <pc:docMk/>
            <pc:sldMk cId="0" sldId="256"/>
            <ac:spMk id="20" creationId="{00000000-0000-0000-0000-000000000000}"/>
          </ac:spMkLst>
        </pc:spChg>
        <pc:spChg chg="topLvl">
          <ac:chgData name="Sreeram Gogineni" userId="S::sreeram.gogineni@granulesindia.com::7f524e41-9b42-4e9e-82ba-2edb5bd392df" providerId="AD" clId="Web-{12399236-715C-7A2A-6216-8FCB60CA3B67}" dt="2026-03-15T17:06:09.401" v="28"/>
          <ac:spMkLst>
            <pc:docMk/>
            <pc:sldMk cId="0" sldId="256"/>
            <ac:spMk id="22" creationId="{00000000-0000-0000-0000-000000000000}"/>
          </ac:spMkLst>
        </pc:spChg>
        <pc:spChg chg="topLvl">
          <ac:chgData name="Sreeram Gogineni" userId="S::sreeram.gogineni@granulesindia.com::7f524e41-9b42-4e9e-82ba-2edb5bd392df" providerId="AD" clId="Web-{12399236-715C-7A2A-6216-8FCB60CA3B67}" dt="2026-03-15T17:06:10.026" v="38"/>
          <ac:spMkLst>
            <pc:docMk/>
            <pc:sldMk cId="0" sldId="256"/>
            <ac:spMk id="24" creationId="{00000000-0000-0000-0000-000000000000}"/>
          </ac:spMkLst>
        </pc:spChg>
        <pc:spChg chg="topLvl">
          <ac:chgData name="Sreeram Gogineni" userId="S::sreeram.gogineni@granulesindia.com::7f524e41-9b42-4e9e-82ba-2edb5bd392df" providerId="AD" clId="Web-{12399236-715C-7A2A-6216-8FCB60CA3B67}" dt="2026-03-15T17:06:10.026" v="38"/>
          <ac:spMkLst>
            <pc:docMk/>
            <pc:sldMk cId="0" sldId="256"/>
            <ac:spMk id="25" creationId="{00000000-0000-0000-0000-000000000000}"/>
          </ac:spMkLst>
        </pc:spChg>
        <pc:spChg chg="topLvl">
          <ac:chgData name="Sreeram Gogineni" userId="S::sreeram.gogineni@granulesindia.com::7f524e41-9b42-4e9e-82ba-2edb5bd392df" providerId="AD" clId="Web-{12399236-715C-7A2A-6216-8FCB60CA3B67}" dt="2026-03-15T17:06:09.901" v="36"/>
          <ac:spMkLst>
            <pc:docMk/>
            <pc:sldMk cId="0" sldId="256"/>
            <ac:spMk id="27" creationId="{00000000-0000-0000-0000-000000000000}"/>
          </ac:spMkLst>
        </pc:spChg>
        <pc:spChg chg="topLvl">
          <ac:chgData name="Sreeram Gogineni" userId="S::sreeram.gogineni@granulesindia.com::7f524e41-9b42-4e9e-82ba-2edb5bd392df" providerId="AD" clId="Web-{12399236-715C-7A2A-6216-8FCB60CA3B67}" dt="2026-03-15T17:06:09.901" v="36"/>
          <ac:spMkLst>
            <pc:docMk/>
            <pc:sldMk cId="0" sldId="256"/>
            <ac:spMk id="28" creationId="{00000000-0000-0000-0000-000000000000}"/>
          </ac:spMkLst>
        </pc:spChg>
        <pc:spChg chg="topLvl">
          <ac:chgData name="Sreeram Gogineni" userId="S::sreeram.gogineni@granulesindia.com::7f524e41-9b42-4e9e-82ba-2edb5bd392df" providerId="AD" clId="Web-{12399236-715C-7A2A-6216-8FCB60CA3B67}" dt="2026-03-15T17:06:09.901" v="36"/>
          <ac:spMkLst>
            <pc:docMk/>
            <pc:sldMk cId="0" sldId="256"/>
            <ac:spMk id="29" creationId="{00000000-0000-0000-0000-000000000000}"/>
          </ac:spMkLst>
        </pc:spChg>
        <pc:spChg chg="mod topLvl">
          <ac:chgData name="Sreeram Gogineni" userId="S::sreeram.gogineni@granulesindia.com::7f524e41-9b42-4e9e-82ba-2edb5bd392df" providerId="AD" clId="Web-{12399236-715C-7A2A-6216-8FCB60CA3B67}" dt="2026-03-15T17:16:39.484" v="97" actId="1076"/>
          <ac:spMkLst>
            <pc:docMk/>
            <pc:sldMk cId="0" sldId="256"/>
            <ac:spMk id="32" creationId="{00000000-0000-0000-0000-000000000000}"/>
          </ac:spMkLst>
        </pc:spChg>
        <pc:spChg chg="mod topLvl">
          <ac:chgData name="Sreeram Gogineni" userId="S::sreeram.gogineni@granulesindia.com::7f524e41-9b42-4e9e-82ba-2edb5bd392df" providerId="AD" clId="Web-{12399236-715C-7A2A-6216-8FCB60CA3B67}" dt="2026-03-15T17:17:06.719" v="98" actId="1076"/>
          <ac:spMkLst>
            <pc:docMk/>
            <pc:sldMk cId="0" sldId="256"/>
            <ac:spMk id="33" creationId="{00000000-0000-0000-0000-000000000000}"/>
          </ac:spMkLst>
        </pc:spChg>
        <pc:spChg chg="mod topLvl">
          <ac:chgData name="Sreeram Gogineni" userId="S::sreeram.gogineni@granulesindia.com::7f524e41-9b42-4e9e-82ba-2edb5bd392df" providerId="AD" clId="Web-{12399236-715C-7A2A-6216-8FCB60CA3B67}" dt="2026-03-15T17:16:08.297" v="93" actId="1076"/>
          <ac:spMkLst>
            <pc:docMk/>
            <pc:sldMk cId="0" sldId="256"/>
            <ac:spMk id="35" creationId="{00000000-0000-0000-0000-000000000000}"/>
          </ac:spMkLst>
        </pc:spChg>
        <pc:spChg chg="topLvl">
          <ac:chgData name="Sreeram Gogineni" userId="S::sreeram.gogineni@granulesindia.com::7f524e41-9b42-4e9e-82ba-2edb5bd392df" providerId="AD" clId="Web-{12399236-715C-7A2A-6216-8FCB60CA3B67}" dt="2026-03-15T17:06:09.088" v="22"/>
          <ac:spMkLst>
            <pc:docMk/>
            <pc:sldMk cId="0" sldId="256"/>
            <ac:spMk id="38" creationId="{00000000-0000-0000-0000-000000000000}"/>
          </ac:spMkLst>
        </pc:spChg>
        <pc:spChg chg="topLvl">
          <ac:chgData name="Sreeram Gogineni" userId="S::sreeram.gogineni@granulesindia.com::7f524e41-9b42-4e9e-82ba-2edb5bd392df" providerId="AD" clId="Web-{12399236-715C-7A2A-6216-8FCB60CA3B67}" dt="2026-03-15T17:06:09.120" v="23"/>
          <ac:spMkLst>
            <pc:docMk/>
            <pc:sldMk cId="0" sldId="256"/>
            <ac:spMk id="40" creationId="{00000000-0000-0000-0000-000000000000}"/>
          </ac:spMkLst>
        </pc:spChg>
        <pc:spChg chg="mod topLvl">
          <ac:chgData name="Sreeram Gogineni" userId="S::sreeram.gogineni@granulesindia.com::7f524e41-9b42-4e9e-82ba-2edb5bd392df" providerId="AD" clId="Web-{12399236-715C-7A2A-6216-8FCB60CA3B67}" dt="2026-03-15T17:18:36.204" v="107" actId="1076"/>
          <ac:spMkLst>
            <pc:docMk/>
            <pc:sldMk cId="0" sldId="256"/>
            <ac:spMk id="43" creationId="{00000000-0000-0000-0000-000000000000}"/>
          </ac:spMkLst>
        </pc:spChg>
        <pc:spChg chg="mod topLvl">
          <ac:chgData name="Sreeram Gogineni" userId="S::sreeram.gogineni@granulesindia.com::7f524e41-9b42-4e9e-82ba-2edb5bd392df" providerId="AD" clId="Web-{12399236-715C-7A2A-6216-8FCB60CA3B67}" dt="2026-03-15T17:18:08.797" v="105" actId="14100"/>
          <ac:spMkLst>
            <pc:docMk/>
            <pc:sldMk cId="0" sldId="256"/>
            <ac:spMk id="44" creationId="{00000000-0000-0000-0000-000000000000}"/>
          </ac:spMkLst>
        </pc:spChg>
        <pc:spChg chg="mod topLvl">
          <ac:chgData name="Sreeram Gogineni" userId="S::sreeram.gogineni@granulesindia.com::7f524e41-9b42-4e9e-82ba-2edb5bd392df" providerId="AD" clId="Web-{12399236-715C-7A2A-6216-8FCB60CA3B67}" dt="2026-03-15T17:17:24.094" v="100" actId="1076"/>
          <ac:spMkLst>
            <pc:docMk/>
            <pc:sldMk cId="0" sldId="256"/>
            <ac:spMk id="46" creationId="{00000000-0000-0000-0000-000000000000}"/>
          </ac:spMkLst>
        </pc:spChg>
        <pc:spChg chg="topLvl">
          <ac:chgData name="Sreeram Gogineni" userId="S::sreeram.gogineni@granulesindia.com::7f524e41-9b42-4e9e-82ba-2edb5bd392df" providerId="AD" clId="Web-{12399236-715C-7A2A-6216-8FCB60CA3B67}" dt="2026-03-15T17:06:09.745" v="34"/>
          <ac:spMkLst>
            <pc:docMk/>
            <pc:sldMk cId="0" sldId="256"/>
            <ac:spMk id="49" creationId="{00000000-0000-0000-0000-000000000000}"/>
          </ac:spMkLst>
        </pc:spChg>
        <pc:spChg chg="topLvl">
          <ac:chgData name="Sreeram Gogineni" userId="S::sreeram.gogineni@granulesindia.com::7f524e41-9b42-4e9e-82ba-2edb5bd392df" providerId="AD" clId="Web-{12399236-715C-7A2A-6216-8FCB60CA3B67}" dt="2026-03-15T17:06:09.745" v="34"/>
          <ac:spMkLst>
            <pc:docMk/>
            <pc:sldMk cId="0" sldId="256"/>
            <ac:spMk id="50" creationId="{00000000-0000-0000-0000-000000000000}"/>
          </ac:spMkLst>
        </pc:spChg>
        <pc:spChg chg="topLvl">
          <ac:chgData name="Sreeram Gogineni" userId="S::sreeram.gogineni@granulesindia.com::7f524e41-9b42-4e9e-82ba-2edb5bd392df" providerId="AD" clId="Web-{12399236-715C-7A2A-6216-8FCB60CA3B67}" dt="2026-03-15T17:06:09.791" v="35"/>
          <ac:spMkLst>
            <pc:docMk/>
            <pc:sldMk cId="0" sldId="256"/>
            <ac:spMk id="52" creationId="{00000000-0000-0000-0000-000000000000}"/>
          </ac:spMkLst>
        </pc:spChg>
        <pc:spChg chg="topLvl">
          <ac:chgData name="Sreeram Gogineni" userId="S::sreeram.gogineni@granulesindia.com::7f524e41-9b42-4e9e-82ba-2edb5bd392df" providerId="AD" clId="Web-{12399236-715C-7A2A-6216-8FCB60CA3B67}" dt="2026-03-15T17:06:09.948" v="37"/>
          <ac:spMkLst>
            <pc:docMk/>
            <pc:sldMk cId="0" sldId="256"/>
            <ac:spMk id="54" creationId="{00000000-0000-0000-0000-000000000000}"/>
          </ac:spMkLst>
        </pc:spChg>
        <pc:spChg chg="mod">
          <ac:chgData name="Sreeram Gogineni" userId="S::sreeram.gogineni@granulesindia.com::7f524e41-9b42-4e9e-82ba-2edb5bd392df" providerId="AD" clId="Web-{12399236-715C-7A2A-6216-8FCB60CA3B67}" dt="2026-03-15T17:11:01.513" v="41" actId="20577"/>
          <ac:spMkLst>
            <pc:docMk/>
            <pc:sldMk cId="0" sldId="256"/>
            <ac:spMk id="55" creationId="{00000000-0000-0000-0000-000000000000}"/>
          </ac:spMkLst>
        </pc:spChg>
        <pc:spChg chg="mod">
          <ac:chgData name="Sreeram Gogineni" userId="S::sreeram.gogineni@granulesindia.com::7f524e41-9b42-4e9e-82ba-2edb5bd392df" providerId="AD" clId="Web-{12399236-715C-7A2A-6216-8FCB60CA3B67}" dt="2026-03-15T17:17:14.532" v="99" actId="1076"/>
          <ac:spMkLst>
            <pc:docMk/>
            <pc:sldMk cId="0" sldId="256"/>
            <ac:spMk id="56" creationId="{00000000-0000-0000-0000-000000000000}"/>
          </ac:spMkLst>
        </pc:spChg>
        <pc:spChg chg="mod">
          <ac:chgData name="Sreeram Gogineni" userId="S::sreeram.gogineni@granulesindia.com::7f524e41-9b42-4e9e-82ba-2edb5bd392df" providerId="AD" clId="Web-{12399236-715C-7A2A-6216-8FCB60CA3B67}" dt="2026-03-15T17:18:51.235" v="108" actId="14100"/>
          <ac:spMkLst>
            <pc:docMk/>
            <pc:sldMk cId="0" sldId="256"/>
            <ac:spMk id="57" creationId="{00000000-0000-0000-0000-000000000000}"/>
          </ac:spMkLst>
        </pc:spChg>
        <pc:spChg chg="add mod">
          <ac:chgData name="Sreeram Gogineni" userId="S::sreeram.gogineni@granulesindia.com::7f524e41-9b42-4e9e-82ba-2edb5bd392df" providerId="AD" clId="Web-{12399236-715C-7A2A-6216-8FCB60CA3B67}" dt="2026-03-15T17:11:52.295" v="47" actId="20577"/>
          <ac:spMkLst>
            <pc:docMk/>
            <pc:sldMk cId="0" sldId="256"/>
            <ac:spMk id="59" creationId="{7B2B243C-6526-B9AE-B650-61880117882A}"/>
          </ac:spMkLst>
        </pc:spChg>
        <pc:grpChg chg="del">
          <ac:chgData name="Sreeram Gogineni" userId="S::sreeram.gogineni@granulesindia.com::7f524e41-9b42-4e9e-82ba-2edb5bd392df" providerId="AD" clId="Web-{12399236-715C-7A2A-6216-8FCB60CA3B67}" dt="2026-03-15T17:06:09.666" v="33"/>
          <ac:grpSpMkLst>
            <pc:docMk/>
            <pc:sldMk cId="0" sldId="256"/>
            <ac:grpSpMk id="2" creationId="{00000000-0000-0000-0000-000000000000}"/>
          </ac:grpSpMkLst>
        </pc:grpChg>
        <pc:grpChg chg="del">
          <ac:chgData name="Sreeram Gogineni" userId="S::sreeram.gogineni@granulesindia.com::7f524e41-9b42-4e9e-82ba-2edb5bd392df" providerId="AD" clId="Web-{12399236-715C-7A2A-6216-8FCB60CA3B67}" dt="2026-03-15T17:06:09.151" v="24"/>
          <ac:grpSpMkLst>
            <pc:docMk/>
            <pc:sldMk cId="0" sldId="256"/>
            <ac:grpSpMk id="5" creationId="{00000000-0000-0000-0000-000000000000}"/>
          </ac:grpSpMkLst>
        </pc:grpChg>
        <pc:grpChg chg="del">
          <ac:chgData name="Sreeram Gogineni" userId="S::sreeram.gogineni@granulesindia.com::7f524e41-9b42-4e9e-82ba-2edb5bd392df" providerId="AD" clId="Web-{12399236-715C-7A2A-6216-8FCB60CA3B67}" dt="2026-03-15T17:06:09.229" v="25"/>
          <ac:grpSpMkLst>
            <pc:docMk/>
            <pc:sldMk cId="0" sldId="256"/>
            <ac:grpSpMk id="7" creationId="{00000000-0000-0000-0000-000000000000}"/>
          </ac:grpSpMkLst>
        </pc:grpChg>
        <pc:grpChg chg="del">
          <ac:chgData name="Sreeram Gogineni" userId="S::sreeram.gogineni@granulesindia.com::7f524e41-9b42-4e9e-82ba-2edb5bd392df" providerId="AD" clId="Web-{12399236-715C-7A2A-6216-8FCB60CA3B67}" dt="2026-03-15T17:06:08.979" v="20"/>
          <ac:grpSpMkLst>
            <pc:docMk/>
            <pc:sldMk cId="0" sldId="256"/>
            <ac:grpSpMk id="10" creationId="{00000000-0000-0000-0000-000000000000}"/>
          </ac:grpSpMkLst>
        </pc:grpChg>
        <pc:grpChg chg="del">
          <ac:chgData name="Sreeram Gogineni" userId="S::sreeram.gogineni@granulesindia.com::7f524e41-9b42-4e9e-82ba-2edb5bd392df" providerId="AD" clId="Web-{12399236-715C-7A2A-6216-8FCB60CA3B67}" dt="2026-03-15T17:06:09.057" v="21"/>
          <ac:grpSpMkLst>
            <pc:docMk/>
            <pc:sldMk cId="0" sldId="256"/>
            <ac:grpSpMk id="12" creationId="{00000000-0000-0000-0000-000000000000}"/>
          </ac:grpSpMkLst>
        </pc:grpChg>
        <pc:grpChg chg="del">
          <ac:chgData name="Sreeram Gogineni" userId="S::sreeram.gogineni@granulesindia.com::7f524e41-9b42-4e9e-82ba-2edb5bd392df" providerId="AD" clId="Web-{12399236-715C-7A2A-6216-8FCB60CA3B67}" dt="2026-03-15T17:06:09.338" v="26"/>
          <ac:grpSpMkLst>
            <pc:docMk/>
            <pc:sldMk cId="0" sldId="256"/>
            <ac:grpSpMk id="15" creationId="{00000000-0000-0000-0000-000000000000}"/>
          </ac:grpSpMkLst>
        </pc:grpChg>
        <pc:grpChg chg="del">
          <ac:chgData name="Sreeram Gogineni" userId="S::sreeram.gogineni@granulesindia.com::7f524e41-9b42-4e9e-82ba-2edb5bd392df" providerId="AD" clId="Web-{12399236-715C-7A2A-6216-8FCB60CA3B67}" dt="2026-03-15T17:06:09.370" v="27"/>
          <ac:grpSpMkLst>
            <pc:docMk/>
            <pc:sldMk cId="0" sldId="256"/>
            <ac:grpSpMk id="19" creationId="{00000000-0000-0000-0000-000000000000}"/>
          </ac:grpSpMkLst>
        </pc:grpChg>
        <pc:grpChg chg="del">
          <ac:chgData name="Sreeram Gogineni" userId="S::sreeram.gogineni@granulesindia.com::7f524e41-9b42-4e9e-82ba-2edb5bd392df" providerId="AD" clId="Web-{12399236-715C-7A2A-6216-8FCB60CA3B67}" dt="2026-03-15T17:06:09.401" v="28"/>
          <ac:grpSpMkLst>
            <pc:docMk/>
            <pc:sldMk cId="0" sldId="256"/>
            <ac:grpSpMk id="21" creationId="{00000000-0000-0000-0000-000000000000}"/>
          </ac:grpSpMkLst>
        </pc:grpChg>
        <pc:grpChg chg="del">
          <ac:chgData name="Sreeram Gogineni" userId="S::sreeram.gogineni@granulesindia.com::7f524e41-9b42-4e9e-82ba-2edb5bd392df" providerId="AD" clId="Web-{12399236-715C-7A2A-6216-8FCB60CA3B67}" dt="2026-03-15T17:06:10.026" v="38"/>
          <ac:grpSpMkLst>
            <pc:docMk/>
            <pc:sldMk cId="0" sldId="256"/>
            <ac:grpSpMk id="23" creationId="{00000000-0000-0000-0000-000000000000}"/>
          </ac:grpSpMkLst>
        </pc:grpChg>
        <pc:grpChg chg="del">
          <ac:chgData name="Sreeram Gogineni" userId="S::sreeram.gogineni@granulesindia.com::7f524e41-9b42-4e9e-82ba-2edb5bd392df" providerId="AD" clId="Web-{12399236-715C-7A2A-6216-8FCB60CA3B67}" dt="2026-03-15T17:06:09.901" v="36"/>
          <ac:grpSpMkLst>
            <pc:docMk/>
            <pc:sldMk cId="0" sldId="256"/>
            <ac:grpSpMk id="26" creationId="{00000000-0000-0000-0000-000000000000}"/>
          </ac:grpSpMkLst>
        </pc:grpChg>
        <pc:grpChg chg="del">
          <ac:chgData name="Sreeram Gogineni" userId="S::sreeram.gogineni@granulesindia.com::7f524e41-9b42-4e9e-82ba-2edb5bd392df" providerId="AD" clId="Web-{12399236-715C-7A2A-6216-8FCB60CA3B67}" dt="2026-03-15T17:06:09.479" v="29"/>
          <ac:grpSpMkLst>
            <pc:docMk/>
            <pc:sldMk cId="0" sldId="256"/>
            <ac:grpSpMk id="31" creationId="{00000000-0000-0000-0000-000000000000}"/>
          </ac:grpSpMkLst>
        </pc:grpChg>
        <pc:grpChg chg="del">
          <ac:chgData name="Sreeram Gogineni" userId="S::sreeram.gogineni@granulesindia.com::7f524e41-9b42-4e9e-82ba-2edb5bd392df" providerId="AD" clId="Web-{12399236-715C-7A2A-6216-8FCB60CA3B67}" dt="2026-03-15T17:06:09.510" v="30"/>
          <ac:grpSpMkLst>
            <pc:docMk/>
            <pc:sldMk cId="0" sldId="256"/>
            <ac:grpSpMk id="34" creationId="{00000000-0000-0000-0000-000000000000}"/>
          </ac:grpSpMkLst>
        </pc:grpChg>
        <pc:grpChg chg="del">
          <ac:chgData name="Sreeram Gogineni" userId="S::sreeram.gogineni@granulesindia.com::7f524e41-9b42-4e9e-82ba-2edb5bd392df" providerId="AD" clId="Web-{12399236-715C-7A2A-6216-8FCB60CA3B67}" dt="2026-03-15T17:06:09.088" v="22"/>
          <ac:grpSpMkLst>
            <pc:docMk/>
            <pc:sldMk cId="0" sldId="256"/>
            <ac:grpSpMk id="37" creationId="{00000000-0000-0000-0000-000000000000}"/>
          </ac:grpSpMkLst>
        </pc:grpChg>
        <pc:grpChg chg="del">
          <ac:chgData name="Sreeram Gogineni" userId="S::sreeram.gogineni@granulesindia.com::7f524e41-9b42-4e9e-82ba-2edb5bd392df" providerId="AD" clId="Web-{12399236-715C-7A2A-6216-8FCB60CA3B67}" dt="2026-03-15T17:06:09.120" v="23"/>
          <ac:grpSpMkLst>
            <pc:docMk/>
            <pc:sldMk cId="0" sldId="256"/>
            <ac:grpSpMk id="39" creationId="{00000000-0000-0000-0000-000000000000}"/>
          </ac:grpSpMkLst>
        </pc:grpChg>
        <pc:grpChg chg="del">
          <ac:chgData name="Sreeram Gogineni" userId="S::sreeram.gogineni@granulesindia.com::7f524e41-9b42-4e9e-82ba-2edb5bd392df" providerId="AD" clId="Web-{12399236-715C-7A2A-6216-8FCB60CA3B67}" dt="2026-03-15T17:06:09.604" v="31"/>
          <ac:grpSpMkLst>
            <pc:docMk/>
            <pc:sldMk cId="0" sldId="256"/>
            <ac:grpSpMk id="42" creationId="{00000000-0000-0000-0000-000000000000}"/>
          </ac:grpSpMkLst>
        </pc:grpChg>
        <pc:grpChg chg="del">
          <ac:chgData name="Sreeram Gogineni" userId="S::sreeram.gogineni@granulesindia.com::7f524e41-9b42-4e9e-82ba-2edb5bd392df" providerId="AD" clId="Web-{12399236-715C-7A2A-6216-8FCB60CA3B67}" dt="2026-03-15T17:06:09.635" v="32"/>
          <ac:grpSpMkLst>
            <pc:docMk/>
            <pc:sldMk cId="0" sldId="256"/>
            <ac:grpSpMk id="45" creationId="{00000000-0000-0000-0000-000000000000}"/>
          </ac:grpSpMkLst>
        </pc:grpChg>
        <pc:grpChg chg="del">
          <ac:chgData name="Sreeram Gogineni" userId="S::sreeram.gogineni@granulesindia.com::7f524e41-9b42-4e9e-82ba-2edb5bd392df" providerId="AD" clId="Web-{12399236-715C-7A2A-6216-8FCB60CA3B67}" dt="2026-03-15T17:06:09.745" v="34"/>
          <ac:grpSpMkLst>
            <pc:docMk/>
            <pc:sldMk cId="0" sldId="256"/>
            <ac:grpSpMk id="48" creationId="{00000000-0000-0000-0000-000000000000}"/>
          </ac:grpSpMkLst>
        </pc:grpChg>
        <pc:grpChg chg="del">
          <ac:chgData name="Sreeram Gogineni" userId="S::sreeram.gogineni@granulesindia.com::7f524e41-9b42-4e9e-82ba-2edb5bd392df" providerId="AD" clId="Web-{12399236-715C-7A2A-6216-8FCB60CA3B67}" dt="2026-03-15T17:06:09.791" v="35"/>
          <ac:grpSpMkLst>
            <pc:docMk/>
            <pc:sldMk cId="0" sldId="256"/>
            <ac:grpSpMk id="51" creationId="{00000000-0000-0000-0000-000000000000}"/>
          </ac:grpSpMkLst>
        </pc:grpChg>
        <pc:grpChg chg="del">
          <ac:chgData name="Sreeram Gogineni" userId="S::sreeram.gogineni@granulesindia.com::7f524e41-9b42-4e9e-82ba-2edb5bd392df" providerId="AD" clId="Web-{12399236-715C-7A2A-6216-8FCB60CA3B67}" dt="2026-03-15T17:06:09.948" v="37"/>
          <ac:grpSpMkLst>
            <pc:docMk/>
            <pc:sldMk cId="0" sldId="256"/>
            <ac:grpSpMk id="53" creationId="{00000000-0000-0000-0000-000000000000}"/>
          </ac:grpSpMkLst>
        </pc:grpChg>
        <pc:graphicFrameChg chg="mod modGraphic">
          <ac:chgData name="Sreeram Gogineni" userId="S::sreeram.gogineni@granulesindia.com::7f524e41-9b42-4e9e-82ba-2edb5bd392df" providerId="AD" clId="Web-{12399236-715C-7A2A-6216-8FCB60CA3B67}" dt="2026-03-15T17:03:26.602" v="5" actId="1076"/>
          <ac:graphicFrameMkLst>
            <pc:docMk/>
            <pc:sldMk cId="0" sldId="256"/>
            <ac:graphicFrameMk id="30" creationId="{00000000-0000-0000-0000-000000000000}"/>
          </ac:graphicFrameMkLst>
        </pc:graphicFrameChg>
        <pc:graphicFrameChg chg="mod modGraphic">
          <ac:chgData name="Sreeram Gogineni" userId="S::sreeram.gogineni@granulesindia.com::7f524e41-9b42-4e9e-82ba-2edb5bd392df" providerId="AD" clId="Web-{12399236-715C-7A2A-6216-8FCB60CA3B67}" dt="2026-03-15T17:05:37.760" v="19" actId="1076"/>
          <ac:graphicFrameMkLst>
            <pc:docMk/>
            <pc:sldMk cId="0" sldId="256"/>
            <ac:graphicFrameMk id="41" creationId="{00000000-0000-0000-0000-000000000000}"/>
          </ac:graphicFrameMkLst>
        </pc:graphicFrameChg>
        <pc:graphicFrameChg chg="mod modGraphic">
          <ac:chgData name="Sreeram Gogineni" userId="S::sreeram.gogineni@granulesindia.com::7f524e41-9b42-4e9e-82ba-2edb5bd392df" providerId="AD" clId="Web-{12399236-715C-7A2A-6216-8FCB60CA3B67}" dt="2026-03-15T17:04:46.322" v="12" actId="1076"/>
          <ac:graphicFrameMkLst>
            <pc:docMk/>
            <pc:sldMk cId="0" sldId="256"/>
            <ac:graphicFrameMk id="47" creationId="{00000000-0000-0000-0000-000000000000}"/>
          </ac:graphicFrameMkLst>
        </pc:graphicFrameChg>
      </pc:sldChg>
    </pc:docChg>
  </pc:docChgLst>
  <pc:docChgLst>
    <pc:chgData name="Sreeram Gogineni" userId="S::sreeram.gogineni@granulesindia.com::7f524e41-9b42-4e9e-82ba-2edb5bd392df" providerId="AD" clId="Web-{73E868C1-6FC7-E9BE-A787-9DD6AC329A3C}"/>
    <pc:docChg chg="mod modSld">
      <pc:chgData name="Sreeram Gogineni" userId="S::sreeram.gogineni@granulesindia.com::7f524e41-9b42-4e9e-82ba-2edb5bd392df" providerId="AD" clId="Web-{73E868C1-6FC7-E9BE-A787-9DD6AC329A3C}" dt="2026-03-06T18:17:21.881" v="17" actId="1076"/>
      <pc:docMkLst>
        <pc:docMk/>
      </pc:docMkLst>
      <pc:sldChg chg="modSp">
        <pc:chgData name="Sreeram Gogineni" userId="S::sreeram.gogineni@granulesindia.com::7f524e41-9b42-4e9e-82ba-2edb5bd392df" providerId="AD" clId="Web-{73E868C1-6FC7-E9BE-A787-9DD6AC329A3C}" dt="2026-03-06T18:17:21.881" v="17" actId="1076"/>
        <pc:sldMkLst>
          <pc:docMk/>
          <pc:sldMk cId="0" sldId="256"/>
        </pc:sldMkLst>
        <pc:graphicFrameChg chg="mod modGraphic">
          <ac:chgData name="Sreeram Gogineni" userId="S::sreeram.gogineni@granulesindia.com::7f524e41-9b42-4e9e-82ba-2edb5bd392df" providerId="AD" clId="Web-{73E868C1-6FC7-E9BE-A787-9DD6AC329A3C}" dt="2026-03-06T18:16:14.646" v="10"/>
          <ac:graphicFrameMkLst>
            <pc:docMk/>
            <pc:sldMk cId="0" sldId="256"/>
            <ac:graphicFrameMk id="30" creationId="{00000000-0000-0000-0000-000000000000}"/>
          </ac:graphicFrameMkLst>
        </pc:graphicFrameChg>
        <pc:graphicFrameChg chg="mod modGraphic">
          <ac:chgData name="Sreeram Gogineni" userId="S::sreeram.gogineni@granulesindia.com::7f524e41-9b42-4e9e-82ba-2edb5bd392df" providerId="AD" clId="Web-{73E868C1-6FC7-E9BE-A787-9DD6AC329A3C}" dt="2026-03-06T18:15:56.771" v="7"/>
          <ac:graphicFrameMkLst>
            <pc:docMk/>
            <pc:sldMk cId="0" sldId="256"/>
            <ac:graphicFrameMk id="41" creationId="{00000000-0000-0000-0000-000000000000}"/>
          </ac:graphicFrameMkLst>
        </pc:graphicFrameChg>
        <pc:graphicFrameChg chg="mod modGraphic">
          <ac:chgData name="Sreeram Gogineni" userId="S::sreeram.gogineni@granulesindia.com::7f524e41-9b42-4e9e-82ba-2edb5bd392df" providerId="AD" clId="Web-{73E868C1-6FC7-E9BE-A787-9DD6AC329A3C}" dt="2026-03-06T18:16:45.974" v="16"/>
          <ac:graphicFrameMkLst>
            <pc:docMk/>
            <pc:sldMk cId="0" sldId="256"/>
            <ac:graphicFrameMk id="47" creationId="{00000000-0000-0000-0000-000000000000}"/>
          </ac:graphicFrameMkLst>
        </pc:graphicFrameChg>
      </pc:sldChg>
    </pc:docChg>
  </pc:docChgLst>
  <pc:docChgLst>
    <pc:chgData name="Sreeram Gogineni" userId="S::sreeram.gogineni@granulesindia.com::7f524e41-9b42-4e9e-82ba-2edb5bd392df" providerId="AD" clId="Web-{85C01C20-DBEE-F287-25E7-CDB5D73D52B6}"/>
    <pc:docChg chg="mod">
      <pc:chgData name="Sreeram Gogineni" userId="S::sreeram.gogineni@granulesindia.com::7f524e41-9b42-4e9e-82ba-2edb5bd392df" providerId="AD" clId="Web-{85C01C20-DBEE-F287-25E7-CDB5D73D52B6}" dt="2026-03-06T18:15:06.177" v="0" actId="33475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 descr="A logo with a red ball and blue text  Description automatically generated"/>
          <p:cNvSpPr/>
          <p:nvPr/>
        </p:nvSpPr>
        <p:spPr>
          <a:xfrm>
            <a:off x="16431778" y="304962"/>
            <a:ext cx="1644967" cy="380810"/>
          </a:xfrm>
          <a:custGeom>
            <a:avLst/>
            <a:gdLst/>
            <a:ahLst/>
            <a:cxnLst/>
            <a:rect l="l" t="t" r="r" b="b"/>
            <a:pathLst>
              <a:path w="2193290" h="507746">
                <a:moveTo>
                  <a:pt x="0" y="0"/>
                </a:moveTo>
                <a:lnTo>
                  <a:pt x="2193290" y="0"/>
                </a:lnTo>
                <a:lnTo>
                  <a:pt x="2193290" y="507746"/>
                </a:lnTo>
                <a:lnTo>
                  <a:pt x="0" y="5077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1" b="-7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42010" y="1020289"/>
            <a:ext cx="16727624" cy="68580"/>
          </a:xfrm>
          <a:custGeom>
            <a:avLst/>
            <a:gdLst/>
            <a:ahLst/>
            <a:cxnLst/>
            <a:rect l="l" t="t" r="r" b="b"/>
            <a:pathLst>
              <a:path w="16727624" h="68580">
                <a:moveTo>
                  <a:pt x="0" y="0"/>
                </a:moveTo>
                <a:lnTo>
                  <a:pt x="16727624" y="0"/>
                </a:lnTo>
                <a:lnTo>
                  <a:pt x="16727624" y="68580"/>
                </a:ln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735029" y="1247018"/>
            <a:ext cx="4872337" cy="6160809"/>
          </a:xfrm>
          <a:custGeom>
            <a:avLst/>
            <a:gdLst/>
            <a:ahLst/>
            <a:cxnLst/>
            <a:rect l="l" t="t" r="r" b="b"/>
            <a:pathLst>
              <a:path w="6674231" h="8439208">
                <a:moveTo>
                  <a:pt x="0" y="0"/>
                </a:moveTo>
                <a:lnTo>
                  <a:pt x="6674231" y="0"/>
                </a:lnTo>
                <a:lnTo>
                  <a:pt x="6674231" y="8439208"/>
                </a:lnTo>
                <a:lnTo>
                  <a:pt x="0" y="8439208"/>
                </a:lnTo>
                <a:close/>
              </a:path>
            </a:pathLst>
          </a:custGeom>
          <a:solidFill>
            <a:srgbClr val="E4E4E4">
              <a:alpha val="21569"/>
            </a:srgbClr>
          </a:solidFill>
        </p:spPr>
      </p:sp>
      <p:sp>
        <p:nvSpPr>
          <p:cNvPr id="8" name="Freeform 8"/>
          <p:cNvSpPr/>
          <p:nvPr/>
        </p:nvSpPr>
        <p:spPr>
          <a:xfrm>
            <a:off x="823839" y="3648507"/>
            <a:ext cx="11758757" cy="3684070"/>
          </a:xfrm>
          <a:custGeom>
            <a:avLst/>
            <a:gdLst/>
            <a:ahLst/>
            <a:cxnLst/>
            <a:rect l="l" t="t" r="r" b="b"/>
            <a:pathLst>
              <a:path w="16004458" h="5014267">
                <a:moveTo>
                  <a:pt x="0" y="0"/>
                </a:moveTo>
                <a:lnTo>
                  <a:pt x="16004458" y="0"/>
                </a:lnTo>
                <a:lnTo>
                  <a:pt x="16004458" y="5014267"/>
                </a:lnTo>
                <a:lnTo>
                  <a:pt x="0" y="5014267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Freeform 9"/>
          <p:cNvSpPr/>
          <p:nvPr/>
        </p:nvSpPr>
        <p:spPr>
          <a:xfrm>
            <a:off x="819274" y="3643889"/>
            <a:ext cx="11767887" cy="3693307"/>
          </a:xfrm>
          <a:custGeom>
            <a:avLst/>
            <a:gdLst/>
            <a:ahLst/>
            <a:cxnLst/>
            <a:rect l="l" t="t" r="r" b="b"/>
            <a:pathLst>
              <a:path w="16016884" h="5026840">
                <a:moveTo>
                  <a:pt x="6213" y="0"/>
                </a:moveTo>
                <a:lnTo>
                  <a:pt x="16010671" y="0"/>
                </a:lnTo>
                <a:cubicBezTo>
                  <a:pt x="16014150" y="0"/>
                  <a:pt x="16016884" y="2766"/>
                  <a:pt x="16016884" y="6286"/>
                </a:cubicBezTo>
                <a:lnTo>
                  <a:pt x="16016884" y="5020553"/>
                </a:lnTo>
                <a:cubicBezTo>
                  <a:pt x="16016884" y="5024074"/>
                  <a:pt x="16014150" y="5026840"/>
                  <a:pt x="16010671" y="5026840"/>
                </a:cubicBezTo>
                <a:lnTo>
                  <a:pt x="6213" y="5026840"/>
                </a:lnTo>
                <a:cubicBezTo>
                  <a:pt x="2734" y="5026840"/>
                  <a:pt x="0" y="5024074"/>
                  <a:pt x="0" y="5020553"/>
                </a:cubicBezTo>
                <a:lnTo>
                  <a:pt x="0" y="6286"/>
                </a:lnTo>
                <a:cubicBezTo>
                  <a:pt x="0" y="2766"/>
                  <a:pt x="2734" y="0"/>
                  <a:pt x="6213" y="0"/>
                </a:cubicBezTo>
                <a:moveTo>
                  <a:pt x="6213" y="12573"/>
                </a:moveTo>
                <a:lnTo>
                  <a:pt x="6213" y="6286"/>
                </a:lnTo>
                <a:lnTo>
                  <a:pt x="12426" y="6286"/>
                </a:lnTo>
                <a:lnTo>
                  <a:pt x="12426" y="5020553"/>
                </a:lnTo>
                <a:lnTo>
                  <a:pt x="6213" y="5020553"/>
                </a:lnTo>
                <a:lnTo>
                  <a:pt x="6213" y="5014267"/>
                </a:lnTo>
                <a:lnTo>
                  <a:pt x="16010671" y="5014267"/>
                </a:lnTo>
                <a:lnTo>
                  <a:pt x="16010671" y="5020553"/>
                </a:lnTo>
                <a:lnTo>
                  <a:pt x="16004457" y="5020553"/>
                </a:lnTo>
                <a:lnTo>
                  <a:pt x="16004457" y="6286"/>
                </a:lnTo>
                <a:lnTo>
                  <a:pt x="16010671" y="6286"/>
                </a:lnTo>
                <a:lnTo>
                  <a:pt x="16010671" y="12573"/>
                </a:lnTo>
                <a:lnTo>
                  <a:pt x="6213" y="12573"/>
                </a:lnTo>
                <a:close/>
              </a:path>
            </a:pathLst>
          </a:custGeom>
          <a:solidFill>
            <a:srgbClr val="D0CECE"/>
          </a:solidFill>
        </p:spPr>
      </p:sp>
      <p:sp>
        <p:nvSpPr>
          <p:cNvPr id="11" name="Freeform 11"/>
          <p:cNvSpPr/>
          <p:nvPr/>
        </p:nvSpPr>
        <p:spPr>
          <a:xfrm>
            <a:off x="835754" y="1273932"/>
            <a:ext cx="11754340" cy="2093910"/>
          </a:xfrm>
          <a:custGeom>
            <a:avLst/>
            <a:gdLst/>
            <a:ahLst/>
            <a:cxnLst/>
            <a:rect l="l" t="t" r="r" b="b"/>
            <a:pathLst>
              <a:path w="16390572" h="2919805">
                <a:moveTo>
                  <a:pt x="6344" y="0"/>
                </a:moveTo>
                <a:lnTo>
                  <a:pt x="16384225" y="0"/>
                </a:lnTo>
                <a:cubicBezTo>
                  <a:pt x="16387778" y="0"/>
                  <a:pt x="16390572" y="3634"/>
                  <a:pt x="16390572" y="8259"/>
                </a:cubicBezTo>
                <a:lnTo>
                  <a:pt x="16390572" y="2912481"/>
                </a:lnTo>
                <a:cubicBezTo>
                  <a:pt x="16390572" y="2917011"/>
                  <a:pt x="16387778" y="2919805"/>
                  <a:pt x="16384225" y="2919805"/>
                </a:cubicBezTo>
                <a:lnTo>
                  <a:pt x="6344" y="2919805"/>
                </a:lnTo>
                <a:cubicBezTo>
                  <a:pt x="2792" y="2919805"/>
                  <a:pt x="0" y="2917011"/>
                  <a:pt x="0" y="2912481"/>
                </a:cubicBezTo>
                <a:lnTo>
                  <a:pt x="0" y="8259"/>
                </a:lnTo>
                <a:cubicBezTo>
                  <a:pt x="0" y="3634"/>
                  <a:pt x="2792" y="0"/>
                  <a:pt x="6344" y="0"/>
                </a:cubicBezTo>
                <a:moveTo>
                  <a:pt x="6344" y="16518"/>
                </a:moveTo>
                <a:lnTo>
                  <a:pt x="6344" y="8259"/>
                </a:lnTo>
                <a:lnTo>
                  <a:pt x="12689" y="8259"/>
                </a:lnTo>
                <a:lnTo>
                  <a:pt x="12689" y="2912481"/>
                </a:lnTo>
                <a:lnTo>
                  <a:pt x="6344" y="2912481"/>
                </a:lnTo>
                <a:lnTo>
                  <a:pt x="6344" y="2904222"/>
                </a:lnTo>
                <a:lnTo>
                  <a:pt x="16384225" y="2904222"/>
                </a:lnTo>
                <a:lnTo>
                  <a:pt x="16384225" y="2912481"/>
                </a:lnTo>
                <a:lnTo>
                  <a:pt x="16377879" y="2912481"/>
                </a:lnTo>
                <a:lnTo>
                  <a:pt x="16377879" y="8259"/>
                </a:lnTo>
                <a:lnTo>
                  <a:pt x="16384225" y="8259"/>
                </a:lnTo>
                <a:lnTo>
                  <a:pt x="16384225" y="16518"/>
                </a:lnTo>
                <a:lnTo>
                  <a:pt x="6344" y="16518"/>
                </a:lnTo>
                <a:close/>
              </a:path>
            </a:pathLst>
          </a:custGeom>
          <a:solidFill>
            <a:srgbClr val="D0CECE"/>
          </a:solidFill>
        </p:spPr>
      </p:sp>
      <p:sp>
        <p:nvSpPr>
          <p:cNvPr id="13" name="Freeform 13"/>
          <p:cNvSpPr/>
          <p:nvPr/>
        </p:nvSpPr>
        <p:spPr>
          <a:xfrm>
            <a:off x="572086" y="1109478"/>
            <a:ext cx="2741230" cy="603930"/>
          </a:xfrm>
          <a:custGeom>
            <a:avLst/>
            <a:gdLst/>
            <a:ahLst/>
            <a:cxnLst/>
            <a:rect l="l" t="t" r="r" b="b"/>
            <a:pathLst>
              <a:path w="3822446" h="842137">
                <a:moveTo>
                  <a:pt x="0" y="0"/>
                </a:moveTo>
                <a:lnTo>
                  <a:pt x="3822446" y="0"/>
                </a:lnTo>
                <a:lnTo>
                  <a:pt x="3822446" y="842137"/>
                </a:lnTo>
                <a:lnTo>
                  <a:pt x="0" y="842137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4" name="TextBox 14"/>
          <p:cNvSpPr txBox="1"/>
          <p:nvPr/>
        </p:nvSpPr>
        <p:spPr>
          <a:xfrm>
            <a:off x="572086" y="993355"/>
            <a:ext cx="2741230" cy="720044"/>
          </a:xfrm>
          <a:prstGeom prst="rect">
            <a:avLst/>
          </a:prstGeom>
        </p:spPr>
        <p:txBody>
          <a:bodyPr lIns="50938" tIns="50938" rIns="50938" bIns="50938" rtlCol="0" anchor="ctr"/>
          <a:lstStyle/>
          <a:p>
            <a:pPr algn="l">
              <a:lnSpc>
                <a:spcPts val="3780"/>
              </a:lnSpc>
            </a:pPr>
            <a:r>
              <a:rPr lang="en-US" sz="2100" b="1" spc="299">
                <a:solidFill>
                  <a:srgbClr val="000000"/>
                </a:solidFill>
                <a:latin typeface="Avenir Bold"/>
                <a:ea typeface="Avenir Bold"/>
                <a:cs typeface="Avenir Bold"/>
                <a:sym typeface="Avenir Bold"/>
              </a:rPr>
              <a:t>      OBJECTIVE</a:t>
            </a:r>
          </a:p>
        </p:txBody>
      </p:sp>
      <p:sp>
        <p:nvSpPr>
          <p:cNvPr id="16" name="Freeform 16"/>
          <p:cNvSpPr/>
          <p:nvPr/>
        </p:nvSpPr>
        <p:spPr>
          <a:xfrm>
            <a:off x="788990" y="3489069"/>
            <a:ext cx="6179940" cy="460759"/>
          </a:xfrm>
          <a:custGeom>
            <a:avLst/>
            <a:gdLst/>
            <a:ahLst/>
            <a:cxnLst/>
            <a:rect l="l" t="t" r="r" b="b"/>
            <a:pathLst>
              <a:path w="8411312" h="627123">
                <a:moveTo>
                  <a:pt x="0" y="0"/>
                </a:moveTo>
                <a:lnTo>
                  <a:pt x="8411312" y="0"/>
                </a:lnTo>
                <a:lnTo>
                  <a:pt x="8411312" y="627123"/>
                </a:lnTo>
                <a:lnTo>
                  <a:pt x="0" y="627123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Freeform 17"/>
          <p:cNvSpPr/>
          <p:nvPr/>
        </p:nvSpPr>
        <p:spPr>
          <a:xfrm>
            <a:off x="787870" y="3487949"/>
            <a:ext cx="6182178" cy="462998"/>
          </a:xfrm>
          <a:custGeom>
            <a:avLst/>
            <a:gdLst/>
            <a:ahLst/>
            <a:cxnLst/>
            <a:rect l="l" t="t" r="r" b="b"/>
            <a:pathLst>
              <a:path w="8414358" h="630171">
                <a:moveTo>
                  <a:pt x="1524" y="0"/>
                </a:moveTo>
                <a:lnTo>
                  <a:pt x="8412836" y="0"/>
                </a:lnTo>
                <a:cubicBezTo>
                  <a:pt x="8413723" y="0"/>
                  <a:pt x="8414358" y="762"/>
                  <a:pt x="8414358" y="1524"/>
                </a:cubicBezTo>
                <a:lnTo>
                  <a:pt x="8414358" y="628647"/>
                </a:lnTo>
                <a:cubicBezTo>
                  <a:pt x="8414358" y="629536"/>
                  <a:pt x="8413596" y="630171"/>
                  <a:pt x="8412836" y="630171"/>
                </a:cubicBezTo>
                <a:lnTo>
                  <a:pt x="1524" y="630171"/>
                </a:lnTo>
                <a:cubicBezTo>
                  <a:pt x="635" y="630171"/>
                  <a:pt x="0" y="629409"/>
                  <a:pt x="0" y="628647"/>
                </a:cubicBezTo>
                <a:lnTo>
                  <a:pt x="0" y="1524"/>
                </a:lnTo>
                <a:cubicBezTo>
                  <a:pt x="0" y="635"/>
                  <a:pt x="762" y="0"/>
                  <a:pt x="1524" y="0"/>
                </a:cubicBezTo>
                <a:moveTo>
                  <a:pt x="1524" y="3048"/>
                </a:moveTo>
                <a:lnTo>
                  <a:pt x="1524" y="1524"/>
                </a:lnTo>
                <a:lnTo>
                  <a:pt x="2944" y="1524"/>
                </a:lnTo>
                <a:lnTo>
                  <a:pt x="2944" y="628647"/>
                </a:lnTo>
                <a:lnTo>
                  <a:pt x="1524" y="628647"/>
                </a:lnTo>
                <a:lnTo>
                  <a:pt x="1524" y="627123"/>
                </a:lnTo>
                <a:lnTo>
                  <a:pt x="8412836" y="627123"/>
                </a:lnTo>
                <a:lnTo>
                  <a:pt x="8412836" y="628647"/>
                </a:lnTo>
                <a:lnTo>
                  <a:pt x="8411416" y="628647"/>
                </a:lnTo>
                <a:lnTo>
                  <a:pt x="8411416" y="1524"/>
                </a:lnTo>
                <a:lnTo>
                  <a:pt x="8412836" y="1524"/>
                </a:lnTo>
                <a:lnTo>
                  <a:pt x="8412836" y="3048"/>
                </a:lnTo>
                <a:lnTo>
                  <a:pt x="1524" y="304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8" name="TextBox 18"/>
          <p:cNvSpPr txBox="1"/>
          <p:nvPr/>
        </p:nvSpPr>
        <p:spPr>
          <a:xfrm>
            <a:off x="788990" y="3363102"/>
            <a:ext cx="6179966" cy="586744"/>
          </a:xfrm>
          <a:prstGeom prst="rect">
            <a:avLst/>
          </a:prstGeom>
        </p:spPr>
        <p:txBody>
          <a:bodyPr lIns="50938" tIns="50938" rIns="50938" bIns="50938" rtlCol="0" anchor="ctr"/>
          <a:lstStyle/>
          <a:p>
            <a:pPr algn="l">
              <a:lnSpc>
                <a:spcPts val="3838"/>
              </a:lnSpc>
            </a:pPr>
            <a:r>
              <a:rPr lang="en-US" sz="2100" b="1" spc="299">
                <a:solidFill>
                  <a:srgbClr val="000000"/>
                </a:solidFill>
                <a:latin typeface="Avenir Bold"/>
                <a:ea typeface="Avenir Bold"/>
                <a:cs typeface="Avenir Bold"/>
                <a:sym typeface="Avenir Bold"/>
              </a:rPr>
              <a:t>    APPROACH &amp; SOLUTION DESIGN</a:t>
            </a:r>
          </a:p>
        </p:txBody>
      </p:sp>
      <p:sp>
        <p:nvSpPr>
          <p:cNvPr id="20" name="Freeform 20"/>
          <p:cNvSpPr/>
          <p:nvPr/>
        </p:nvSpPr>
        <p:spPr>
          <a:xfrm>
            <a:off x="524461" y="3413235"/>
            <a:ext cx="683899" cy="677238"/>
          </a:xfrm>
          <a:custGeom>
            <a:avLst/>
            <a:gdLst/>
            <a:ahLst/>
            <a:cxnLst/>
            <a:rect l="l" t="t" r="r" b="b"/>
            <a:pathLst>
              <a:path w="930832" h="921766">
                <a:moveTo>
                  <a:pt x="0" y="0"/>
                </a:moveTo>
                <a:lnTo>
                  <a:pt x="930832" y="0"/>
                </a:lnTo>
                <a:lnTo>
                  <a:pt x="930832" y="921766"/>
                </a:lnTo>
                <a:lnTo>
                  <a:pt x="0" y="921766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Freeform 22"/>
          <p:cNvSpPr/>
          <p:nvPr/>
        </p:nvSpPr>
        <p:spPr>
          <a:xfrm>
            <a:off x="647363" y="3505318"/>
            <a:ext cx="406150" cy="454801"/>
          </a:xfrm>
          <a:custGeom>
            <a:avLst/>
            <a:gdLst/>
            <a:ahLst/>
            <a:cxnLst/>
            <a:rect l="l" t="t" r="r" b="b"/>
            <a:pathLst>
              <a:path w="758063" h="848868">
                <a:moveTo>
                  <a:pt x="0" y="0"/>
                </a:moveTo>
                <a:lnTo>
                  <a:pt x="758063" y="0"/>
                </a:lnTo>
                <a:lnTo>
                  <a:pt x="758063" y="848868"/>
                </a:lnTo>
                <a:lnTo>
                  <a:pt x="0" y="848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989" r="-5989"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805449" y="7684916"/>
            <a:ext cx="16797303" cy="2236319"/>
          </a:xfrm>
          <a:custGeom>
            <a:avLst/>
            <a:gdLst/>
            <a:ahLst/>
            <a:cxnLst/>
            <a:rect l="l" t="t" r="r" b="b"/>
            <a:pathLst>
              <a:path w="22865470" h="3044208">
                <a:moveTo>
                  <a:pt x="0" y="0"/>
                </a:moveTo>
                <a:lnTo>
                  <a:pt x="22865470" y="0"/>
                </a:lnTo>
                <a:lnTo>
                  <a:pt x="22865470" y="3044208"/>
                </a:lnTo>
                <a:lnTo>
                  <a:pt x="0" y="304420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5" name="Freeform 25"/>
          <p:cNvSpPr/>
          <p:nvPr/>
        </p:nvSpPr>
        <p:spPr>
          <a:xfrm>
            <a:off x="800864" y="7680349"/>
            <a:ext cx="16806474" cy="2245453"/>
          </a:xfrm>
          <a:custGeom>
            <a:avLst/>
            <a:gdLst/>
            <a:ahLst/>
            <a:cxnLst/>
            <a:rect l="l" t="t" r="r" b="b"/>
            <a:pathLst>
              <a:path w="22877954" h="3056642">
                <a:moveTo>
                  <a:pt x="6242" y="0"/>
                </a:moveTo>
                <a:lnTo>
                  <a:pt x="22871712" y="0"/>
                </a:lnTo>
                <a:cubicBezTo>
                  <a:pt x="22875208" y="0"/>
                  <a:pt x="22877954" y="2736"/>
                  <a:pt x="22877954" y="6217"/>
                </a:cubicBezTo>
                <a:lnTo>
                  <a:pt x="22877954" y="3050425"/>
                </a:lnTo>
                <a:cubicBezTo>
                  <a:pt x="22877954" y="3053907"/>
                  <a:pt x="22875208" y="3056642"/>
                  <a:pt x="22871712" y="3056642"/>
                </a:cubicBezTo>
                <a:lnTo>
                  <a:pt x="6242" y="3056642"/>
                </a:lnTo>
                <a:cubicBezTo>
                  <a:pt x="2746" y="3056642"/>
                  <a:pt x="0" y="3053907"/>
                  <a:pt x="0" y="3050425"/>
                </a:cubicBezTo>
                <a:lnTo>
                  <a:pt x="0" y="6217"/>
                </a:lnTo>
                <a:cubicBezTo>
                  <a:pt x="0" y="2736"/>
                  <a:pt x="2746" y="0"/>
                  <a:pt x="6242" y="0"/>
                </a:cubicBezTo>
                <a:moveTo>
                  <a:pt x="6242" y="12434"/>
                </a:moveTo>
                <a:lnTo>
                  <a:pt x="6242" y="6217"/>
                </a:lnTo>
                <a:lnTo>
                  <a:pt x="12484" y="6217"/>
                </a:lnTo>
                <a:lnTo>
                  <a:pt x="12484" y="3050425"/>
                </a:lnTo>
                <a:lnTo>
                  <a:pt x="6242" y="3050425"/>
                </a:lnTo>
                <a:lnTo>
                  <a:pt x="6242" y="3044208"/>
                </a:lnTo>
                <a:lnTo>
                  <a:pt x="22871712" y="3044208"/>
                </a:lnTo>
                <a:lnTo>
                  <a:pt x="22871712" y="3050425"/>
                </a:lnTo>
                <a:lnTo>
                  <a:pt x="22865469" y="3050425"/>
                </a:lnTo>
                <a:lnTo>
                  <a:pt x="22865469" y="6217"/>
                </a:lnTo>
                <a:lnTo>
                  <a:pt x="22871712" y="6217"/>
                </a:lnTo>
                <a:lnTo>
                  <a:pt x="22871712" y="12434"/>
                </a:lnTo>
                <a:lnTo>
                  <a:pt x="6242" y="12434"/>
                </a:lnTo>
                <a:close/>
              </a:path>
            </a:pathLst>
          </a:custGeom>
          <a:solidFill>
            <a:srgbClr val="D0CECE"/>
          </a:solidFill>
        </p:spPr>
      </p:sp>
      <p:sp>
        <p:nvSpPr>
          <p:cNvPr id="27" name="Freeform 27"/>
          <p:cNvSpPr/>
          <p:nvPr/>
        </p:nvSpPr>
        <p:spPr>
          <a:xfrm>
            <a:off x="404087" y="7503086"/>
            <a:ext cx="6161112" cy="481452"/>
          </a:xfrm>
          <a:custGeom>
            <a:avLst/>
            <a:gdLst/>
            <a:ahLst/>
            <a:cxnLst/>
            <a:rect l="l" t="t" r="r" b="b"/>
            <a:pathLst>
              <a:path w="8386866" h="655380">
                <a:moveTo>
                  <a:pt x="0" y="0"/>
                </a:moveTo>
                <a:lnTo>
                  <a:pt x="8386866" y="0"/>
                </a:lnTo>
                <a:lnTo>
                  <a:pt x="8386866" y="655380"/>
                </a:lnTo>
                <a:lnTo>
                  <a:pt x="0" y="65538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8" name="Freeform 28"/>
          <p:cNvSpPr/>
          <p:nvPr/>
        </p:nvSpPr>
        <p:spPr>
          <a:xfrm>
            <a:off x="402967" y="7501966"/>
            <a:ext cx="6163352" cy="483689"/>
          </a:xfrm>
          <a:custGeom>
            <a:avLst/>
            <a:gdLst/>
            <a:ahLst/>
            <a:cxnLst/>
            <a:rect l="l" t="t" r="r" b="b"/>
            <a:pathLst>
              <a:path w="8389915" h="658425">
                <a:moveTo>
                  <a:pt x="1524" y="0"/>
                </a:moveTo>
                <a:lnTo>
                  <a:pt x="8388390" y="0"/>
                </a:lnTo>
                <a:cubicBezTo>
                  <a:pt x="8389280" y="0"/>
                  <a:pt x="8389915" y="762"/>
                  <a:pt x="8389915" y="1524"/>
                </a:cubicBezTo>
                <a:lnTo>
                  <a:pt x="8389915" y="656904"/>
                </a:lnTo>
                <a:cubicBezTo>
                  <a:pt x="8389915" y="657790"/>
                  <a:pt x="8389153" y="658425"/>
                  <a:pt x="8388390" y="658425"/>
                </a:cubicBezTo>
                <a:lnTo>
                  <a:pt x="1524" y="658425"/>
                </a:lnTo>
                <a:cubicBezTo>
                  <a:pt x="635" y="658425"/>
                  <a:pt x="0" y="657663"/>
                  <a:pt x="0" y="656904"/>
                </a:cubicBezTo>
                <a:lnTo>
                  <a:pt x="0" y="1524"/>
                </a:lnTo>
                <a:cubicBezTo>
                  <a:pt x="0" y="635"/>
                  <a:pt x="762" y="0"/>
                  <a:pt x="1524" y="0"/>
                </a:cubicBezTo>
                <a:moveTo>
                  <a:pt x="1524" y="2760"/>
                </a:moveTo>
                <a:lnTo>
                  <a:pt x="1524" y="1524"/>
                </a:lnTo>
                <a:lnTo>
                  <a:pt x="3078" y="1524"/>
                </a:lnTo>
                <a:lnTo>
                  <a:pt x="3078" y="656904"/>
                </a:lnTo>
                <a:lnTo>
                  <a:pt x="1524" y="656904"/>
                </a:lnTo>
                <a:lnTo>
                  <a:pt x="1524" y="655667"/>
                </a:lnTo>
                <a:lnTo>
                  <a:pt x="8388390" y="655667"/>
                </a:lnTo>
                <a:lnTo>
                  <a:pt x="8388390" y="656904"/>
                </a:lnTo>
                <a:lnTo>
                  <a:pt x="8386836" y="656904"/>
                </a:lnTo>
                <a:lnTo>
                  <a:pt x="8386836" y="1524"/>
                </a:lnTo>
                <a:lnTo>
                  <a:pt x="8388390" y="1524"/>
                </a:lnTo>
                <a:lnTo>
                  <a:pt x="8388390" y="2760"/>
                </a:lnTo>
                <a:lnTo>
                  <a:pt x="1524" y="276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9" name="TextBox 29"/>
          <p:cNvSpPr txBox="1"/>
          <p:nvPr/>
        </p:nvSpPr>
        <p:spPr>
          <a:xfrm>
            <a:off x="404087" y="7377136"/>
            <a:ext cx="6161160" cy="607409"/>
          </a:xfrm>
          <a:prstGeom prst="rect">
            <a:avLst/>
          </a:prstGeom>
        </p:spPr>
        <p:txBody>
          <a:bodyPr lIns="50938" tIns="50938" rIns="50938" bIns="50938" rtlCol="0" anchor="ctr"/>
          <a:lstStyle/>
          <a:p>
            <a:pPr algn="l">
              <a:lnSpc>
                <a:spcPts val="3838"/>
              </a:lnSpc>
            </a:pPr>
            <a:r>
              <a:rPr lang="en-US" sz="2100" b="1" spc="299">
                <a:solidFill>
                  <a:srgbClr val="000000"/>
                </a:solidFill>
                <a:latin typeface="Avenir Bold"/>
                <a:ea typeface="Avenir Bold"/>
                <a:cs typeface="Avenir Bold"/>
                <a:sym typeface="Avenir Bold"/>
              </a:rPr>
              <a:t>         PROJECT TIMEPLAN &amp; STATUS</a:t>
            </a:r>
          </a:p>
        </p:txBody>
      </p:sp>
      <p:graphicFrame>
        <p:nvGraphicFramePr>
          <p:cNvPr id="30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00996"/>
              </p:ext>
            </p:extLst>
          </p:nvPr>
        </p:nvGraphicFramePr>
        <p:xfrm>
          <a:off x="12843803" y="1354015"/>
          <a:ext cx="4646542" cy="1409258"/>
        </p:xfrm>
        <a:graphic>
          <a:graphicData uri="http://schemas.openxmlformats.org/drawingml/2006/table">
            <a:tbl>
              <a:tblPr/>
              <a:tblGrid>
                <a:gridCol w="4646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09258">
                <a:tc>
                  <a:txBody>
                    <a:bodyPr/>
                    <a:lstStyle/>
                    <a:p>
                      <a:pPr algn="ctr">
                        <a:lnSpc>
                          <a:spcPts val="2526"/>
                        </a:lnSpc>
                        <a:defRPr/>
                      </a:pPr>
                      <a:endParaRPr lang="en-US" sz="1100"/>
                    </a:p>
                  </a:txBody>
                  <a:tcPr marL="191017" marR="191017" marT="191017" marB="191017" anchor="ctr">
                    <a:lnL w="9551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51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51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51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Freeform 32"/>
          <p:cNvSpPr/>
          <p:nvPr/>
        </p:nvSpPr>
        <p:spPr>
          <a:xfrm>
            <a:off x="12838755" y="1335315"/>
            <a:ext cx="3365905" cy="684865"/>
          </a:xfrm>
          <a:custGeom>
            <a:avLst/>
            <a:gdLst/>
            <a:ahLst/>
            <a:cxnLst/>
            <a:rect l="l" t="t" r="r" b="b"/>
            <a:pathLst>
              <a:path w="4610689" h="938144">
                <a:moveTo>
                  <a:pt x="0" y="0"/>
                </a:moveTo>
                <a:lnTo>
                  <a:pt x="4610689" y="0"/>
                </a:lnTo>
                <a:lnTo>
                  <a:pt x="4610689" y="938144"/>
                </a:lnTo>
                <a:lnTo>
                  <a:pt x="0" y="938144"/>
                </a:lnTo>
                <a:close/>
              </a:path>
            </a:pathLst>
          </a:custGeom>
          <a:solidFill>
            <a:srgbClr val="EFEFEF"/>
          </a:solidFill>
        </p:spPr>
      </p:sp>
      <p:sp>
        <p:nvSpPr>
          <p:cNvPr id="33" name="TextBox 33"/>
          <p:cNvSpPr txBox="1"/>
          <p:nvPr/>
        </p:nvSpPr>
        <p:spPr>
          <a:xfrm>
            <a:off x="12917247" y="1206445"/>
            <a:ext cx="3365953" cy="599767"/>
          </a:xfrm>
          <a:prstGeom prst="rect">
            <a:avLst/>
          </a:prstGeom>
        </p:spPr>
        <p:txBody>
          <a:bodyPr lIns="50938" tIns="50938" rIns="50938" bIns="50938" rtlCol="0" anchor="ctr"/>
          <a:lstStyle/>
          <a:p>
            <a:pPr marL="0" lvl="0" indent="0" algn="l">
              <a:lnSpc>
                <a:spcPts val="3838"/>
              </a:lnSpc>
              <a:spcBef>
                <a:spcPct val="0"/>
              </a:spcBef>
            </a:pPr>
            <a:r>
              <a:rPr lang="en-US" sz="2100" b="1" spc="299">
                <a:solidFill>
                  <a:srgbClr val="000000"/>
                </a:solidFill>
                <a:latin typeface="Avenir Bold"/>
                <a:ea typeface="Avenir Bold"/>
                <a:cs typeface="Avenir Bold"/>
                <a:sym typeface="Avenir Bold"/>
              </a:rPr>
              <a:t>     </a:t>
            </a:r>
            <a:r>
              <a:rPr lang="en-US" sz="2100" b="1" u="none" strike="noStrike" spc="299">
                <a:solidFill>
                  <a:srgbClr val="000000"/>
                </a:solidFill>
                <a:latin typeface="Avenir Bold"/>
                <a:ea typeface="Avenir Bold"/>
                <a:cs typeface="Avenir Bold"/>
                <a:sym typeface="Avenir Bold"/>
              </a:rPr>
              <a:t>STAKEHOLDERS </a:t>
            </a:r>
          </a:p>
        </p:txBody>
      </p:sp>
      <p:sp>
        <p:nvSpPr>
          <p:cNvPr id="35" name="Freeform 35"/>
          <p:cNvSpPr/>
          <p:nvPr/>
        </p:nvSpPr>
        <p:spPr>
          <a:xfrm>
            <a:off x="12836575" y="1333530"/>
            <a:ext cx="548767" cy="499537"/>
          </a:xfrm>
          <a:custGeom>
            <a:avLst/>
            <a:gdLst/>
            <a:ahLst/>
            <a:cxnLst/>
            <a:rect l="l" t="t" r="r" b="b"/>
            <a:pathLst>
              <a:path w="751713" h="684276">
                <a:moveTo>
                  <a:pt x="0" y="0"/>
                </a:moveTo>
                <a:lnTo>
                  <a:pt x="751713" y="0"/>
                </a:lnTo>
                <a:lnTo>
                  <a:pt x="751713" y="684276"/>
                </a:lnTo>
                <a:lnTo>
                  <a:pt x="0" y="6842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927" b="-4927"/>
            </a:stretch>
          </a:blipFill>
        </p:spPr>
      </p:sp>
      <p:graphicFrame>
        <p:nvGraphicFramePr>
          <p:cNvPr id="36" name="Table 36"/>
          <p:cNvGraphicFramePr>
            <a:graphicFrameLocks noGrp="1"/>
          </p:cNvGraphicFramePr>
          <p:nvPr/>
        </p:nvGraphicFramePr>
        <p:xfrm>
          <a:off x="1547494" y="8052872"/>
          <a:ext cx="15487148" cy="1339040"/>
        </p:xfrm>
        <a:graphic>
          <a:graphicData uri="http://schemas.openxmlformats.org/drawingml/2006/table">
            <a:tbl>
              <a:tblPr/>
              <a:tblGrid>
                <a:gridCol w="2593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4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3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4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748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748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3694">
                <a:tc gridSpan="6">
                  <a:txBody>
                    <a:bodyPr/>
                    <a:lstStyle/>
                    <a:p>
                      <a:pPr algn="ctr">
                        <a:lnSpc>
                          <a:spcPts val="2075"/>
                        </a:lnSpc>
                        <a:defRPr/>
                      </a:pPr>
                      <a:r>
                        <a:rPr lang="en-US" sz="1729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2026</a:t>
                      </a:r>
                      <a:endParaRPr lang="en-US" sz="1100"/>
                    </a:p>
                  </a:txBody>
                  <a:tcPr marL="3242" marR="3242" marT="3242" marB="3242" anchor="ctr">
                    <a:lnL w="1220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5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0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075"/>
                        </a:lnSpc>
                        <a:defRPr/>
                      </a:pPr>
                      <a:r>
                        <a:rPr lang="en-US" sz="1729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2026</a:t>
                      </a:r>
                      <a:endParaRPr lang="en-US" sz="1100"/>
                    </a:p>
                  </a:txBody>
                  <a:tcPr marL="3242" marR="3242" marT="3242" marB="3242" anchor="ctr">
                    <a:lnL w="1220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5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0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075"/>
                        </a:lnSpc>
                        <a:defRPr/>
                      </a:pPr>
                      <a:r>
                        <a:rPr lang="en-US" sz="1729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2026</a:t>
                      </a:r>
                      <a:endParaRPr lang="en-US" sz="1100"/>
                    </a:p>
                  </a:txBody>
                  <a:tcPr marL="3242" marR="3242" marT="3242" marB="3242" anchor="ctr">
                    <a:lnL w="1220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5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0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075"/>
                        </a:lnSpc>
                        <a:defRPr/>
                      </a:pPr>
                      <a:r>
                        <a:rPr lang="en-US" sz="1729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2026</a:t>
                      </a:r>
                      <a:endParaRPr lang="en-US" sz="1100"/>
                    </a:p>
                  </a:txBody>
                  <a:tcPr marL="3242" marR="3242" marT="3242" marB="3242" anchor="ctr">
                    <a:lnL w="1220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5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0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075"/>
                        </a:lnSpc>
                        <a:defRPr/>
                      </a:pPr>
                      <a:r>
                        <a:rPr lang="en-US" sz="1729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2026</a:t>
                      </a:r>
                      <a:endParaRPr lang="en-US" sz="1100"/>
                    </a:p>
                  </a:txBody>
                  <a:tcPr marL="3242" marR="3242" marT="3242" marB="3242" anchor="ctr">
                    <a:lnL w="1220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5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0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075"/>
                        </a:lnSpc>
                        <a:defRPr/>
                      </a:pPr>
                      <a:r>
                        <a:rPr lang="en-US" sz="1729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2026</a:t>
                      </a:r>
                      <a:endParaRPr lang="en-US" sz="1100"/>
                    </a:p>
                  </a:txBody>
                  <a:tcPr marL="3242" marR="3242" marT="3242" marB="3242" anchor="ctr">
                    <a:lnL w="1220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5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0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782">
                <a:tc>
                  <a:txBody>
                    <a:bodyPr/>
                    <a:lstStyle/>
                    <a:p>
                      <a:pPr algn="l">
                        <a:lnSpc>
                          <a:spcPts val="1614"/>
                        </a:lnSpc>
                        <a:defRPr/>
                      </a:pPr>
                      <a:endParaRPr lang="en-US" sz="1100"/>
                    </a:p>
                  </a:txBody>
                  <a:tcPr marL="3242" marR="3242" marT="3242" marB="3242" anchor="ctr">
                    <a:lnL w="1220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5"/>
                        </a:lnSpc>
                        <a:defRPr/>
                      </a:pPr>
                      <a:r>
                        <a:rPr lang="en-US" sz="1729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FEB</a:t>
                      </a:r>
                      <a:endParaRPr lang="en-US" sz="1100"/>
                    </a:p>
                  </a:txBody>
                  <a:tcPr marL="3242" marR="3242" marT="3242" marB="3242" anchor="ctr">
                    <a:lnL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5"/>
                        </a:lnSpc>
                        <a:defRPr/>
                      </a:pPr>
                      <a:r>
                        <a:rPr lang="en-US" sz="1729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MAR</a:t>
                      </a:r>
                      <a:endParaRPr lang="en-US" sz="1100"/>
                    </a:p>
                  </a:txBody>
                  <a:tcPr marL="3242" marR="3242" marT="3242" marB="3242" anchor="ctr">
                    <a:lnL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5"/>
                        </a:lnSpc>
                        <a:defRPr/>
                      </a:pPr>
                      <a:r>
                        <a:rPr lang="en-US" sz="1729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APR</a:t>
                      </a:r>
                      <a:endParaRPr lang="en-US" sz="1100"/>
                    </a:p>
                  </a:txBody>
                  <a:tcPr marL="3242" marR="3242" marT="3242" marB="3242" anchor="ctr">
                    <a:lnL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5"/>
                        </a:lnSpc>
                        <a:defRPr/>
                      </a:pPr>
                      <a:r>
                        <a:rPr lang="en-US" sz="1729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MAY</a:t>
                      </a:r>
                      <a:endParaRPr lang="en-US" sz="1100"/>
                    </a:p>
                  </a:txBody>
                  <a:tcPr marL="3242" marR="3242" marT="3242" marB="3242" anchor="ctr">
                    <a:lnL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5"/>
                        </a:lnSpc>
                        <a:defRPr/>
                      </a:pPr>
                      <a:r>
                        <a:rPr lang="en-US" sz="1729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JUN</a:t>
                      </a:r>
                      <a:endParaRPr lang="en-US" sz="1100"/>
                    </a:p>
                  </a:txBody>
                  <a:tcPr marL="3242" marR="3242" marT="3242" marB="3242" anchor="ctr">
                    <a:lnL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782">
                <a:tc>
                  <a:txBody>
                    <a:bodyPr/>
                    <a:lstStyle/>
                    <a:p>
                      <a:pPr algn="ctr">
                        <a:lnSpc>
                          <a:spcPts val="2075"/>
                        </a:lnSpc>
                        <a:defRPr/>
                      </a:pPr>
                      <a:r>
                        <a:rPr lang="en-US" sz="1729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PLAN</a:t>
                      </a:r>
                      <a:endParaRPr lang="en-US" sz="1100"/>
                    </a:p>
                  </a:txBody>
                  <a:tcPr marL="3242" marR="3242" marT="3242" marB="3242" anchor="ctr">
                    <a:lnL w="1220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14"/>
                        </a:lnSpc>
                        <a:defRPr/>
                      </a:pPr>
                      <a:endParaRPr lang="en-US" sz="1100"/>
                    </a:p>
                  </a:txBody>
                  <a:tcPr marL="3242" marR="3242" marT="3242" marB="3242" anchor="ctr">
                    <a:lnL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14"/>
                        </a:lnSpc>
                        <a:defRPr/>
                      </a:pPr>
                      <a:endParaRPr lang="en-US" sz="1100"/>
                    </a:p>
                  </a:txBody>
                  <a:tcPr marL="3242" marR="3242" marT="3242" marB="3242" anchor="ctr">
                    <a:lnL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14"/>
                        </a:lnSpc>
                        <a:defRPr/>
                      </a:pPr>
                      <a:endParaRPr lang="en-US" sz="1100"/>
                    </a:p>
                  </a:txBody>
                  <a:tcPr marL="3242" marR="3242" marT="3242" marB="3242" anchor="ctr">
                    <a:lnL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14"/>
                        </a:lnSpc>
                        <a:defRPr/>
                      </a:pPr>
                      <a:endParaRPr lang="en-US" sz="1100"/>
                    </a:p>
                  </a:txBody>
                  <a:tcPr marL="3242" marR="3242" marT="3242" marB="3242" anchor="ctr">
                    <a:lnL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14"/>
                        </a:lnSpc>
                        <a:defRPr/>
                      </a:pPr>
                      <a:endParaRPr lang="en-US" sz="1100"/>
                    </a:p>
                  </a:txBody>
                  <a:tcPr marL="3242" marR="3242" marT="3242" marB="3242" anchor="ctr">
                    <a:lnL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782">
                <a:tc>
                  <a:txBody>
                    <a:bodyPr/>
                    <a:lstStyle/>
                    <a:p>
                      <a:pPr algn="ctr">
                        <a:lnSpc>
                          <a:spcPts val="2075"/>
                        </a:lnSpc>
                        <a:defRPr/>
                      </a:pPr>
                      <a:r>
                        <a:rPr lang="en-US" sz="1729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ACTUAL</a:t>
                      </a:r>
                      <a:endParaRPr lang="en-US" sz="1100"/>
                    </a:p>
                  </a:txBody>
                  <a:tcPr marL="3242" marR="3242" marT="3242" marB="3242" anchor="ctr">
                    <a:lnL w="1220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14"/>
                        </a:lnSpc>
                        <a:defRPr/>
                      </a:pPr>
                      <a:endParaRPr lang="en-US" sz="1100"/>
                    </a:p>
                  </a:txBody>
                  <a:tcPr marL="3242" marR="3242" marT="3242" marB="3242" anchor="ctr">
                    <a:lnL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14"/>
                        </a:lnSpc>
                        <a:defRPr/>
                      </a:pPr>
                      <a:endParaRPr lang="en-US" sz="1100"/>
                    </a:p>
                  </a:txBody>
                  <a:tcPr marL="3242" marR="3242" marT="3242" marB="3242" anchor="ctr">
                    <a:lnL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14"/>
                        </a:lnSpc>
                        <a:defRPr/>
                      </a:pPr>
                      <a:endParaRPr lang="en-US" sz="1100"/>
                    </a:p>
                  </a:txBody>
                  <a:tcPr marL="3242" marR="3242" marT="3242" marB="3242" anchor="ctr">
                    <a:lnL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14"/>
                        </a:lnSpc>
                        <a:defRPr/>
                      </a:pPr>
                      <a:endParaRPr lang="en-US" sz="1100"/>
                    </a:p>
                  </a:txBody>
                  <a:tcPr marL="3242" marR="3242" marT="3242" marB="3242" anchor="ctr">
                    <a:lnL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14"/>
                        </a:lnSpc>
                        <a:defRPr/>
                      </a:pPr>
                      <a:endParaRPr lang="en-US" sz="1100"/>
                    </a:p>
                  </a:txBody>
                  <a:tcPr marL="3242" marR="3242" marT="3242" marB="3242" anchor="ctr">
                    <a:lnL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Freeform 38"/>
          <p:cNvSpPr/>
          <p:nvPr/>
        </p:nvSpPr>
        <p:spPr>
          <a:xfrm>
            <a:off x="572086" y="1273932"/>
            <a:ext cx="667538" cy="661036"/>
          </a:xfrm>
          <a:custGeom>
            <a:avLst/>
            <a:gdLst/>
            <a:ahLst/>
            <a:cxnLst/>
            <a:rect l="l" t="t" r="r" b="b"/>
            <a:pathLst>
              <a:path w="930832" h="921766">
                <a:moveTo>
                  <a:pt x="0" y="0"/>
                </a:moveTo>
                <a:lnTo>
                  <a:pt x="930832" y="0"/>
                </a:lnTo>
                <a:lnTo>
                  <a:pt x="930832" y="921766"/>
                </a:lnTo>
                <a:lnTo>
                  <a:pt x="0" y="921766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0" name="Freeform 40"/>
          <p:cNvSpPr/>
          <p:nvPr/>
        </p:nvSpPr>
        <p:spPr>
          <a:xfrm>
            <a:off x="572086" y="1277275"/>
            <a:ext cx="409488" cy="460607"/>
          </a:xfrm>
          <a:custGeom>
            <a:avLst/>
            <a:gdLst/>
            <a:ahLst/>
            <a:cxnLst/>
            <a:rect l="l" t="t" r="r" b="b"/>
            <a:pathLst>
              <a:path w="768096" h="863981">
                <a:moveTo>
                  <a:pt x="0" y="0"/>
                </a:moveTo>
                <a:lnTo>
                  <a:pt x="768096" y="0"/>
                </a:lnTo>
                <a:lnTo>
                  <a:pt x="768096" y="863981"/>
                </a:lnTo>
                <a:lnTo>
                  <a:pt x="0" y="8639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241" r="-6241"/>
            </a:stretch>
          </a:blipFill>
        </p:spPr>
      </p:sp>
      <p:graphicFrame>
        <p:nvGraphicFramePr>
          <p:cNvPr id="41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442759"/>
              </p:ext>
            </p:extLst>
          </p:nvPr>
        </p:nvGraphicFramePr>
        <p:xfrm>
          <a:off x="12845561" y="2866291"/>
          <a:ext cx="4640007" cy="3064411"/>
        </p:xfrm>
        <a:graphic>
          <a:graphicData uri="http://schemas.openxmlformats.org/drawingml/2006/table">
            <a:tbl>
              <a:tblPr/>
              <a:tblGrid>
                <a:gridCol w="46400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64411">
                <a:tc>
                  <a:txBody>
                    <a:bodyPr/>
                    <a:lstStyle/>
                    <a:p>
                      <a:pPr algn="ctr">
                        <a:lnSpc>
                          <a:spcPts val="2526"/>
                        </a:lnSpc>
                        <a:defRPr/>
                      </a:pPr>
                      <a:endParaRPr lang="en-US" sz="1100"/>
                    </a:p>
                  </a:txBody>
                  <a:tcPr marL="191017" marR="191017" marT="191017" marB="191017" anchor="ctr">
                    <a:lnL w="9551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51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51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51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" name="Freeform 43"/>
          <p:cNvSpPr/>
          <p:nvPr/>
        </p:nvSpPr>
        <p:spPr>
          <a:xfrm>
            <a:off x="12825588" y="2859057"/>
            <a:ext cx="2551114" cy="516857"/>
          </a:xfrm>
          <a:custGeom>
            <a:avLst/>
            <a:gdLst/>
            <a:ahLst/>
            <a:cxnLst/>
            <a:rect l="l" t="t" r="r" b="b"/>
            <a:pathLst>
              <a:path w="3494571" h="708003">
                <a:moveTo>
                  <a:pt x="0" y="0"/>
                </a:moveTo>
                <a:lnTo>
                  <a:pt x="3494571" y="0"/>
                </a:lnTo>
                <a:lnTo>
                  <a:pt x="3494571" y="708003"/>
                </a:lnTo>
                <a:lnTo>
                  <a:pt x="0" y="708003"/>
                </a:lnTo>
                <a:close/>
              </a:path>
            </a:pathLst>
          </a:custGeom>
          <a:solidFill>
            <a:srgbClr val="EFEFEF"/>
          </a:solidFill>
        </p:spPr>
      </p:sp>
      <p:sp>
        <p:nvSpPr>
          <p:cNvPr id="44" name="TextBox 44"/>
          <p:cNvSpPr txBox="1"/>
          <p:nvPr/>
        </p:nvSpPr>
        <p:spPr>
          <a:xfrm>
            <a:off x="12836370" y="2868683"/>
            <a:ext cx="2529586" cy="426366"/>
          </a:xfrm>
          <a:prstGeom prst="rect">
            <a:avLst/>
          </a:prstGeom>
        </p:spPr>
        <p:txBody>
          <a:bodyPr lIns="50938" tIns="50938" rIns="50938" bIns="50938" rtlCol="0" anchor="ctr"/>
          <a:lstStyle/>
          <a:p>
            <a:pPr algn="l">
              <a:lnSpc>
                <a:spcPts val="3838"/>
              </a:lnSpc>
            </a:pPr>
            <a:r>
              <a:rPr lang="en-US" sz="2100" b="1" spc="299">
                <a:solidFill>
                  <a:srgbClr val="000000"/>
                </a:solidFill>
                <a:latin typeface="Avenir Bold"/>
                <a:ea typeface="Avenir Bold"/>
                <a:cs typeface="Avenir Bold"/>
                <a:sym typeface="Avenir Bold"/>
              </a:rPr>
              <a:t>      BENEFITS</a:t>
            </a:r>
          </a:p>
        </p:txBody>
      </p:sp>
      <p:sp>
        <p:nvSpPr>
          <p:cNvPr id="46" name="Freeform 46" descr="Benefits icon PNG and SVG Vector Free Download"/>
          <p:cNvSpPr/>
          <p:nvPr/>
        </p:nvSpPr>
        <p:spPr>
          <a:xfrm>
            <a:off x="12877499" y="2864385"/>
            <a:ext cx="530547" cy="437271"/>
          </a:xfrm>
          <a:custGeom>
            <a:avLst/>
            <a:gdLst/>
            <a:ahLst/>
            <a:cxnLst/>
            <a:rect l="l" t="t" r="r" b="b"/>
            <a:pathLst>
              <a:path w="949198" h="782320">
                <a:moveTo>
                  <a:pt x="0" y="0"/>
                </a:moveTo>
                <a:lnTo>
                  <a:pt x="949198" y="0"/>
                </a:lnTo>
                <a:lnTo>
                  <a:pt x="949198" y="782320"/>
                </a:lnTo>
                <a:lnTo>
                  <a:pt x="0" y="7823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4" b="-6"/>
            </a:stretch>
          </a:blipFill>
        </p:spPr>
      </p:sp>
      <p:graphicFrame>
        <p:nvGraphicFramePr>
          <p:cNvPr id="47" name="Table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146168"/>
              </p:ext>
            </p:extLst>
          </p:nvPr>
        </p:nvGraphicFramePr>
        <p:xfrm>
          <a:off x="12843100" y="6044184"/>
          <a:ext cx="4630386" cy="1228164"/>
        </p:xfrm>
        <a:graphic>
          <a:graphicData uri="http://schemas.openxmlformats.org/drawingml/2006/table">
            <a:tbl>
              <a:tblPr/>
              <a:tblGrid>
                <a:gridCol w="4630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28164">
                <a:tc>
                  <a:txBody>
                    <a:bodyPr/>
                    <a:lstStyle/>
                    <a:p>
                      <a:pPr algn="ctr">
                        <a:lnSpc>
                          <a:spcPts val="2526"/>
                        </a:lnSpc>
                        <a:defRPr/>
                      </a:pPr>
                      <a:endParaRPr lang="en-US" sz="1100"/>
                    </a:p>
                  </a:txBody>
                  <a:tcPr marL="191017" marR="191017" marT="191017" marB="191017" anchor="ctr">
                    <a:lnL w="9551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51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51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51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" name="Freeform 49"/>
          <p:cNvSpPr/>
          <p:nvPr/>
        </p:nvSpPr>
        <p:spPr>
          <a:xfrm>
            <a:off x="13047415" y="6090287"/>
            <a:ext cx="2085559" cy="461643"/>
          </a:xfrm>
          <a:custGeom>
            <a:avLst/>
            <a:gdLst/>
            <a:ahLst/>
            <a:cxnLst/>
            <a:rect l="l" t="t" r="r" b="b"/>
            <a:pathLst>
              <a:path w="2856843" h="632368">
                <a:moveTo>
                  <a:pt x="0" y="0"/>
                </a:moveTo>
                <a:lnTo>
                  <a:pt x="2856843" y="0"/>
                </a:lnTo>
                <a:lnTo>
                  <a:pt x="2856843" y="632368"/>
                </a:lnTo>
                <a:lnTo>
                  <a:pt x="0" y="632368"/>
                </a:lnTo>
                <a:close/>
              </a:path>
            </a:pathLst>
          </a:custGeom>
          <a:solidFill>
            <a:srgbClr val="EFEFEF"/>
          </a:solidFill>
        </p:spPr>
      </p:sp>
      <p:sp>
        <p:nvSpPr>
          <p:cNvPr id="50" name="TextBox 50"/>
          <p:cNvSpPr txBox="1"/>
          <p:nvPr/>
        </p:nvSpPr>
        <p:spPr>
          <a:xfrm>
            <a:off x="13047415" y="5965125"/>
            <a:ext cx="2085588" cy="586811"/>
          </a:xfrm>
          <a:prstGeom prst="rect">
            <a:avLst/>
          </a:prstGeom>
        </p:spPr>
        <p:txBody>
          <a:bodyPr lIns="50938" tIns="50938" rIns="50938" bIns="50938" rtlCol="0" anchor="ctr"/>
          <a:lstStyle/>
          <a:p>
            <a:pPr marL="0" lvl="0" indent="0" algn="l">
              <a:lnSpc>
                <a:spcPts val="3838"/>
              </a:lnSpc>
              <a:spcBef>
                <a:spcPct val="0"/>
              </a:spcBef>
            </a:pPr>
            <a:r>
              <a:rPr lang="en-US" sz="2100" b="1" spc="299">
                <a:solidFill>
                  <a:srgbClr val="000000"/>
                </a:solidFill>
                <a:latin typeface="Avenir Bold"/>
                <a:ea typeface="Avenir Bold"/>
                <a:cs typeface="Avenir Bold"/>
                <a:sym typeface="Avenir Bold"/>
              </a:rPr>
              <a:t>     </a:t>
            </a:r>
            <a:r>
              <a:rPr lang="en-US" sz="2100" b="1" u="none" strike="noStrike" spc="299">
                <a:solidFill>
                  <a:srgbClr val="000000"/>
                </a:solidFill>
                <a:latin typeface="Avenir Bold"/>
                <a:ea typeface="Avenir Bold"/>
                <a:cs typeface="Avenir Bold"/>
                <a:sym typeface="Avenir Bold"/>
              </a:rPr>
              <a:t>STATUS </a:t>
            </a:r>
          </a:p>
        </p:txBody>
      </p:sp>
      <p:sp>
        <p:nvSpPr>
          <p:cNvPr id="52" name="Freeform 52"/>
          <p:cNvSpPr/>
          <p:nvPr/>
        </p:nvSpPr>
        <p:spPr>
          <a:xfrm>
            <a:off x="13114074" y="6145151"/>
            <a:ext cx="378030" cy="344117"/>
          </a:xfrm>
          <a:custGeom>
            <a:avLst/>
            <a:gdLst/>
            <a:ahLst/>
            <a:cxnLst/>
            <a:rect l="l" t="t" r="r" b="b"/>
            <a:pathLst>
              <a:path w="751713" h="684276">
                <a:moveTo>
                  <a:pt x="0" y="0"/>
                </a:moveTo>
                <a:lnTo>
                  <a:pt x="751713" y="0"/>
                </a:lnTo>
                <a:lnTo>
                  <a:pt x="751713" y="684276"/>
                </a:lnTo>
                <a:lnTo>
                  <a:pt x="0" y="6842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4927" b="-4927"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613940" y="7503086"/>
            <a:ext cx="472994" cy="454801"/>
          </a:xfrm>
          <a:custGeom>
            <a:avLst/>
            <a:gdLst/>
            <a:ahLst/>
            <a:cxnLst/>
            <a:rect l="l" t="t" r="r" b="b"/>
            <a:pathLst>
              <a:path w="882825" h="848868">
                <a:moveTo>
                  <a:pt x="0" y="0"/>
                </a:moveTo>
                <a:lnTo>
                  <a:pt x="882825" y="0"/>
                </a:lnTo>
                <a:lnTo>
                  <a:pt x="882825" y="848868"/>
                </a:lnTo>
                <a:lnTo>
                  <a:pt x="0" y="8488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2000" b="-2000"/>
            </a:stretch>
          </a:blipFill>
        </p:spPr>
      </p:sp>
      <p:sp>
        <p:nvSpPr>
          <p:cNvPr id="55" name="TextBox 55"/>
          <p:cNvSpPr txBox="1"/>
          <p:nvPr/>
        </p:nvSpPr>
        <p:spPr>
          <a:xfrm>
            <a:off x="1287984" y="1634764"/>
            <a:ext cx="11169829" cy="794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2"/>
              </a:lnSpc>
            </a:pPr>
            <a:endParaRPr/>
          </a:p>
          <a:p>
            <a:pPr>
              <a:lnSpc>
                <a:spcPts val="2065"/>
              </a:lnSpc>
            </a:pPr>
            <a:r>
              <a:rPr lang="en-US" sz="17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Context: </a:t>
            </a:r>
            <a:r>
              <a:rPr lang="en-US" sz="1700">
                <a:solidFill>
                  <a:srgbClr val="000000"/>
                </a:solidFill>
                <a:ea typeface="+mn-lt"/>
                <a:cs typeface="+mn-lt"/>
                <a:sym typeface="Avenir"/>
              </a:rPr>
              <a:t>What business problem exists today? (manual process, delays, compliance risk, lack of visibility, etc.)</a:t>
            </a:r>
            <a:endParaRPr lang="en-US" sz="1700">
              <a:solidFill>
                <a:srgbClr val="000000"/>
              </a:solidFill>
              <a:ea typeface="+mn-lt"/>
              <a:cs typeface="+mn-lt"/>
            </a:endParaRPr>
          </a:p>
          <a:p>
            <a:pPr algn="l">
              <a:lnSpc>
                <a:spcPts val="1378"/>
              </a:lnSpc>
            </a:pPr>
            <a:endParaRPr lang="en-US" sz="1721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>
              <a:lnSpc>
                <a:spcPts val="2065"/>
              </a:lnSpc>
            </a:pPr>
            <a:r>
              <a:rPr lang="en-US" sz="17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Objective: </a:t>
            </a:r>
            <a:r>
              <a:rPr lang="en-US" sz="1700">
                <a:solidFill>
                  <a:srgbClr val="000000"/>
                </a:solidFill>
                <a:ea typeface="+mn-lt"/>
                <a:cs typeface="+mn-lt"/>
                <a:sym typeface="Avenir"/>
              </a:rPr>
              <a:t>Introduce AI-based demand forecasting to reduce stock-outs and improve production planning accuracy.</a:t>
            </a:r>
            <a:endParaRPr lang="en-US" sz="17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2858436" y="2015887"/>
            <a:ext cx="4631420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>
                <a:solidFill>
                  <a:srgbClr val="000000"/>
                </a:solidFill>
                <a:ea typeface="+mn-lt"/>
                <a:cs typeface="+mn-lt"/>
                <a:sym typeface="Avenir"/>
              </a:rPr>
              <a:t>Supply Chain, Manufacturing, Quality Assurance, R&amp;D, Regulatory, Commercial, IT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13038440" y="3410544"/>
            <a:ext cx="4432067" cy="2514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Qualitative: 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  <a:sym typeface="Avenir"/>
              </a:rPr>
              <a:t>Better decision transparency</a:t>
            </a:r>
            <a:endParaRPr lang="en-US" sz="1804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  <a:sym typeface="Avenir"/>
              </a:rPr>
              <a:t>Faster investigation cycles</a:t>
            </a:r>
            <a:endParaRPr lang="en-US">
              <a:sym typeface="Avenir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  <a:sym typeface="Avenir"/>
              </a:rPr>
              <a:t>Improved regulatory compliance</a:t>
            </a:r>
            <a:endParaRPr lang="en-US">
              <a:sym typeface="Avenir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  <a:sym typeface="Avenir"/>
              </a:rPr>
              <a:t>Reduced manual work</a:t>
            </a:r>
            <a:endParaRPr lang="en-US">
              <a:sym typeface="Avenir"/>
            </a:endParaRPr>
          </a:p>
          <a:p>
            <a:pPr>
              <a:lnSpc>
                <a:spcPts val="2165"/>
              </a:lnSpc>
              <a:spcBef>
                <a:spcPct val="0"/>
              </a:spcBef>
            </a:pPr>
            <a:endParaRPr lang="en-US" sz="1804">
              <a:solidFill>
                <a:srgbClr val="000000"/>
              </a:solidFill>
              <a:latin typeface="Avenir"/>
              <a:ea typeface="Avenir"/>
              <a:cs typeface="Avenir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Quantitative: 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  <a:sym typeface="Avenir"/>
              </a:rPr>
              <a:t>10–15% inventory reduction</a:t>
            </a:r>
            <a:endParaRPr lang="en-US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  <a:sym typeface="Avenir"/>
              </a:rPr>
              <a:t>20% planning accuracy improvement</a:t>
            </a:r>
            <a:endParaRPr lang="en-US">
              <a:sym typeface="Avenir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  <a:sym typeface="Avenir"/>
              </a:rPr>
              <a:t>30% faster batch release</a:t>
            </a:r>
            <a:endParaRPr lang="en-US">
              <a:sym typeface="Avenir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  <a:sym typeface="Avenir"/>
              </a:rPr>
              <a:t>$2M annual cost savings</a:t>
            </a:r>
            <a:endParaRPr lang="en-US">
              <a:sym typeface="Avenir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1600815" y="466806"/>
            <a:ext cx="3834320" cy="288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7"/>
              </a:lnSpc>
              <a:spcBef>
                <a:spcPct val="0"/>
              </a:spcBef>
            </a:pPr>
            <a:r>
              <a:rPr lang="en-US" sz="176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One Slider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B2B243C-6526-B9AE-B650-61880117882A}"/>
              </a:ext>
            </a:extLst>
          </p:cNvPr>
          <p:cNvSpPr txBox="1"/>
          <p:nvPr/>
        </p:nvSpPr>
        <p:spPr>
          <a:xfrm>
            <a:off x="1548581" y="4507476"/>
            <a:ext cx="9144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Data sources (SAP, LIMS, MES, sales data, batch records, etc.)</a:t>
            </a:r>
          </a:p>
          <a:p>
            <a:pPr marL="228600" indent="-228600">
              <a:buFont typeface=""/>
              <a:buChar char="•"/>
            </a:pPr>
            <a:r>
              <a:rPr lang="en-US"/>
              <a:t>AI/automation method (ML prediction, GenAI, workflow automation, computer vision)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System integration (ERP, manufacturing systems)</a:t>
            </a:r>
          </a:p>
          <a:p>
            <a:pPr marL="228600" indent="-228600">
              <a:buFont typeface=""/>
              <a:buChar char="•"/>
            </a:pPr>
            <a:r>
              <a:rPr lang="en-US"/>
              <a:t>Output (dashboards, alerts, automated decisions)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/>
              <a:t>Keep this </a:t>
            </a:r>
            <a:r>
              <a:rPr lang="en-US" b="1"/>
              <a:t>solution-oriented</a:t>
            </a:r>
            <a:r>
              <a:rPr lang="en-US"/>
              <a:t>, not theoretical.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df37d6c-6d1a-4775-8d75-0547258beee1" xsi:nil="true"/>
    <lcf76f155ced4ddcb4097134ff3c332f xmlns="2a816b26-0abf-4df0-a421-469824384bb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04FAB8CA633488101D347D53F1229" ma:contentTypeVersion="8" ma:contentTypeDescription="Create a new document." ma:contentTypeScope="" ma:versionID="bd97a0ea162db749a87ed80d5739dde2">
  <xsd:schema xmlns:xsd="http://www.w3.org/2001/XMLSchema" xmlns:xs="http://www.w3.org/2001/XMLSchema" xmlns:p="http://schemas.microsoft.com/office/2006/metadata/properties" xmlns:ns2="2a816b26-0abf-4df0-a421-469824384bbc" xmlns:ns3="9df37d6c-6d1a-4775-8d75-0547258beee1" targetNamespace="http://schemas.microsoft.com/office/2006/metadata/properties" ma:root="true" ma:fieldsID="b41030e26a9d7f12b3327f2d7a2ebdac" ns2:_="" ns3:_="">
    <xsd:import namespace="2a816b26-0abf-4df0-a421-469824384bbc"/>
    <xsd:import namespace="9df37d6c-6d1a-4775-8d75-0547258bee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816b26-0abf-4df0-a421-469824384b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89d39-4700-462b-9c59-b92603bb54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37d6c-6d1a-4775-8d75-0547258bee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a4b1f27-7e32-4835-bb8d-3cace713ff1e}" ma:internalName="TaxCatchAll" ma:showField="CatchAllData" ma:web="9df37d6c-6d1a-4775-8d75-0547258bee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BFCCE3-FD4A-427B-BFB9-E27C731A024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738F247-22D9-421F-8CF9-4F486E48A0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5DFB7A-B54C-4F00-81BA-8E055DF038F3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flow</dc:title>
  <cp:revision>58</cp:revision>
  <dcterms:created xsi:type="dcterms:W3CDTF">2006-08-16T00:00:00Z</dcterms:created>
  <dcterms:modified xsi:type="dcterms:W3CDTF">2026-03-15T17:18:51Z</dcterms:modified>
  <dc:identifier>DAHDEDfH2cE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0x01010038A04FAB8CA633488101D347D53F1229</vt:lpwstr>
  </property>
  <property fmtid="{D5CDD505-2E9C-101B-9397-08002B2CF9AE}" pid="3" name="MSIP_Label_80f320a7-7c3b-49ae-8316-957de42e193c_Enabled">
    <vt:lpwstr>true</vt:lpwstr>
  </property>
  <property fmtid="{D5CDD505-2E9C-101B-9397-08002B2CF9AE}" pid="4" name="MSIP_Label_80f320a7-7c3b-49ae-8316-957de42e193c_SetDate">
    <vt:lpwstr>2026-03-06T18:15:06Z</vt:lpwstr>
  </property>
  <property fmtid="{D5CDD505-2E9C-101B-9397-08002B2CF9AE}" pid="5" name="MSIP_Label_80f320a7-7c3b-49ae-8316-957de42e193c_Method">
    <vt:lpwstr>Standard</vt:lpwstr>
  </property>
  <property fmtid="{D5CDD505-2E9C-101B-9397-08002B2CF9AE}" pid="6" name="MSIP_Label_80f320a7-7c3b-49ae-8316-957de42e193c_Name">
    <vt:lpwstr>Anyone (unrestricted)</vt:lpwstr>
  </property>
  <property fmtid="{D5CDD505-2E9C-101B-9397-08002B2CF9AE}" pid="7" name="MSIP_Label_80f320a7-7c3b-49ae-8316-957de42e193c_SiteId">
    <vt:lpwstr>fe8223c9-5f8e-485d-8093-24f3c7879d28</vt:lpwstr>
  </property>
  <property fmtid="{D5CDD505-2E9C-101B-9397-08002B2CF9AE}" pid="8" name="MSIP_Label_80f320a7-7c3b-49ae-8316-957de42e193c_ActionId">
    <vt:lpwstr>b0e3409c-0626-4985-bb80-c8213609a53e</vt:lpwstr>
  </property>
  <property fmtid="{D5CDD505-2E9C-101B-9397-08002B2CF9AE}" pid="9" name="MSIP_Label_80f320a7-7c3b-49ae-8316-957de42e193c_ContentBits">
    <vt:lpwstr>0</vt:lpwstr>
  </property>
  <property fmtid="{D5CDD505-2E9C-101B-9397-08002B2CF9AE}" pid="10" name="MSIP_Label_80f320a7-7c3b-49ae-8316-957de42e193c_Tag">
    <vt:lpwstr>10, 3, 0, 2</vt:lpwstr>
  </property>
</Properties>
</file>